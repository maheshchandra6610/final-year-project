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 id="2147483672" r:id="rId5"/>
  </p:sldMasterIdLst>
  <p:notesMasterIdLst>
    <p:notesMasterId r:id="rId21"/>
  </p:notesMasterIdLst>
  <p:handoutMasterIdLst>
    <p:handoutMasterId r:id="rId22"/>
  </p:handoutMasterIdLst>
  <p:sldIdLst>
    <p:sldId id="286" r:id="rId6"/>
    <p:sldId id="468" r:id="rId7"/>
    <p:sldId id="792" r:id="rId8"/>
    <p:sldId id="791" r:id="rId9"/>
    <p:sldId id="793" r:id="rId10"/>
    <p:sldId id="794" r:id="rId11"/>
    <p:sldId id="795" r:id="rId12"/>
    <p:sldId id="796" r:id="rId13"/>
    <p:sldId id="797" r:id="rId14"/>
    <p:sldId id="798" r:id="rId15"/>
    <p:sldId id="799" r:id="rId16"/>
    <p:sldId id="801" r:id="rId17"/>
    <p:sldId id="802" r:id="rId18"/>
    <p:sldId id="800" r:id="rId19"/>
    <p:sldId id="28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3" d="100"/>
          <a:sy n="73" d="100"/>
        </p:scale>
        <p:origin x="380" y="36"/>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 /><Relationship Id="rId13" Type="http://schemas.openxmlformats.org/officeDocument/2006/relationships/slide" Target="slides/slide8.xml" /><Relationship Id="rId18" Type="http://schemas.openxmlformats.org/officeDocument/2006/relationships/slide" Target="slides/slide13.xml" /><Relationship Id="rId26" Type="http://schemas.openxmlformats.org/officeDocument/2006/relationships/tableStyles" Target="tableStyles.xml" /><Relationship Id="rId3" Type="http://schemas.openxmlformats.org/officeDocument/2006/relationships/customXml" Target="../customXml/item3.xml" /><Relationship Id="rId21" Type="http://schemas.openxmlformats.org/officeDocument/2006/relationships/notesMaster" Target="notesMasters/notesMaster1.xml" /><Relationship Id="rId7" Type="http://schemas.openxmlformats.org/officeDocument/2006/relationships/slide" Target="slides/slide2.xml" /><Relationship Id="rId12" Type="http://schemas.openxmlformats.org/officeDocument/2006/relationships/slide" Target="slides/slide7.xml" /><Relationship Id="rId17" Type="http://schemas.openxmlformats.org/officeDocument/2006/relationships/slide" Target="slides/slide12.xml" /><Relationship Id="rId25" Type="http://schemas.openxmlformats.org/officeDocument/2006/relationships/theme" Target="theme/theme1.xml" /><Relationship Id="rId2" Type="http://schemas.openxmlformats.org/officeDocument/2006/relationships/customXml" Target="../customXml/item2.xml" /><Relationship Id="rId16" Type="http://schemas.openxmlformats.org/officeDocument/2006/relationships/slide" Target="slides/slide11.xml" /><Relationship Id="rId20" Type="http://schemas.openxmlformats.org/officeDocument/2006/relationships/slide" Target="slides/slide15.xml" /><Relationship Id="rId1" Type="http://schemas.openxmlformats.org/officeDocument/2006/relationships/customXml" Target="../customXml/item1.xml" /><Relationship Id="rId6" Type="http://schemas.openxmlformats.org/officeDocument/2006/relationships/slide" Target="slides/slide1.xml" /><Relationship Id="rId11" Type="http://schemas.openxmlformats.org/officeDocument/2006/relationships/slide" Target="slides/slide6.xml" /><Relationship Id="rId24" Type="http://schemas.openxmlformats.org/officeDocument/2006/relationships/viewProps" Target="viewProps.xml" /><Relationship Id="rId5" Type="http://schemas.openxmlformats.org/officeDocument/2006/relationships/slideMaster" Target="slideMasters/slideMaster2.xml" /><Relationship Id="rId15" Type="http://schemas.openxmlformats.org/officeDocument/2006/relationships/slide" Target="slides/slide10.xml" /><Relationship Id="rId23" Type="http://schemas.openxmlformats.org/officeDocument/2006/relationships/presProps" Target="presProps.xml" /><Relationship Id="rId10" Type="http://schemas.openxmlformats.org/officeDocument/2006/relationships/slide" Target="slides/slide5.xml" /><Relationship Id="rId19" Type="http://schemas.openxmlformats.org/officeDocument/2006/relationships/slide" Target="slides/slide14.xml" /><Relationship Id="rId4" Type="http://schemas.openxmlformats.org/officeDocument/2006/relationships/slideMaster" Target="slideMasters/slideMaster1.xml" /><Relationship Id="rId9" Type="http://schemas.openxmlformats.org/officeDocument/2006/relationships/slide" Target="slides/slide4.xml" /><Relationship Id="rId14" Type="http://schemas.openxmlformats.org/officeDocument/2006/relationships/slide" Target="slides/slide9.xml" /><Relationship Id="rId22" Type="http://schemas.openxmlformats.org/officeDocument/2006/relationships/handoutMaster" Target="handoutMasters/handoutMaster1.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4D805C8-8C90-497B-8493-03AB4DE5BF0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9F06CE5A-D1DB-48E8-A1B4-FFEC845FAA6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061F863-E86A-4E9B-9959-0E745E67A6FE}" type="datetimeFigureOut">
              <a:rPr lang="en-IN" smtClean="0"/>
              <a:pPr/>
              <a:t>12-11-2024</a:t>
            </a:fld>
            <a:endParaRPr lang="en-IN"/>
          </a:p>
        </p:txBody>
      </p:sp>
      <p:sp>
        <p:nvSpPr>
          <p:cNvPr id="4" name="Footer Placeholder 3">
            <a:extLst>
              <a:ext uri="{FF2B5EF4-FFF2-40B4-BE49-F238E27FC236}">
                <a16:creationId xmlns:a16="http://schemas.microsoft.com/office/drawing/2014/main" id="{15F82374-9BE0-4CFE-8008-7AD4D217341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1AD461F0-79B2-40B6-996E-60DBF974BE5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9DF277-8D5F-42B3-B017-98532137BCCC}" type="slidenum">
              <a:rPr lang="en-IN" smtClean="0"/>
              <a:pPr/>
              <a:t>‹#›</a:t>
            </a:fld>
            <a:endParaRPr lang="en-IN"/>
          </a:p>
        </p:txBody>
      </p:sp>
    </p:spTree>
    <p:extLst>
      <p:ext uri="{BB962C8B-B14F-4D97-AF65-F5344CB8AC3E}">
        <p14:creationId xmlns:p14="http://schemas.microsoft.com/office/powerpoint/2010/main" val="14696440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BEFBAE-4EC3-4948-9F42-09763B0896DB}" type="datetimeFigureOut">
              <a:rPr lang="en-IN" smtClean="0"/>
              <a:pPr/>
              <a:t>12-11-2024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405D14-B7E7-48DC-BCA1-267A1C7D262E}" type="slidenum">
              <a:rPr lang="en-IN" smtClean="0"/>
              <a:pPr/>
              <a:t>‹#›</a:t>
            </a:fld>
            <a:endParaRPr lang="en-IN"/>
          </a:p>
        </p:txBody>
      </p:sp>
    </p:spTree>
    <p:extLst>
      <p:ext uri="{BB962C8B-B14F-4D97-AF65-F5344CB8AC3E}">
        <p14:creationId xmlns:p14="http://schemas.microsoft.com/office/powerpoint/2010/main" val="79235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2.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Master" Target="../slideMasters/slideMaster2.xml" /></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Master" Target="../slideMasters/slideMaster2.xml" /></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Master" Target="../slideMasters/slideMaster2.xml" /></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2.xml" /></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2.xml" /></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2.xml" /></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93629" y="1122363"/>
            <a:ext cx="10455215" cy="2387600"/>
          </a:xfrm>
        </p:spPr>
        <p:txBody>
          <a:bodyPr anchor="b">
            <a:normAutofit/>
          </a:bodyPr>
          <a:lstStyle>
            <a:lvl1pPr algn="ctr">
              <a:defRPr sz="4800" b="0">
                <a:solidFill>
                  <a:srgbClr val="C00000"/>
                </a:solidFill>
                <a:latin typeface="+mj-lt"/>
                <a:cs typeface="Arial" panose="020B0604020202020204" pitchFamily="34" charset="0"/>
              </a:defRPr>
            </a:lvl1pPr>
          </a:lstStyle>
          <a:p>
            <a:r>
              <a:rPr lang="en-US"/>
              <a:t>Click to edit Master title style</a:t>
            </a:r>
            <a:br>
              <a:rPr lang="en-US"/>
            </a:br>
            <a:endParaRPr lang="en-IN"/>
          </a:p>
        </p:txBody>
      </p:sp>
      <p:sp>
        <p:nvSpPr>
          <p:cNvPr id="3" name="Subtitle 2"/>
          <p:cNvSpPr>
            <a:spLocks noGrp="1"/>
          </p:cNvSpPr>
          <p:nvPr>
            <p:ph type="subTitle" idx="1"/>
          </p:nvPr>
        </p:nvSpPr>
        <p:spPr>
          <a:xfrm>
            <a:off x="793629" y="3602038"/>
            <a:ext cx="10455215" cy="1655762"/>
          </a:xfrm>
        </p:spPr>
        <p:txBody>
          <a:bodyPr>
            <a:normAutofit/>
          </a:bodyPr>
          <a:lstStyle>
            <a:lvl1pPr marL="0" indent="0" algn="ctr">
              <a:buNone/>
              <a:defRPr sz="3600">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p>
          <a:p>
            <a:r>
              <a:rPr lang="en-US"/>
              <a:t>Click to edit Master subtitle style</a:t>
            </a:r>
            <a:endParaRPr lang="en-IN"/>
          </a:p>
        </p:txBody>
      </p:sp>
      <p:pic>
        <p:nvPicPr>
          <p:cNvPr id="4" name="Picture 3" descr="A close up of a logo&#10;&#10;Description automatically generated">
            <a:extLst>
              <a:ext uri="{FF2B5EF4-FFF2-40B4-BE49-F238E27FC236}">
                <a16:creationId xmlns:a16="http://schemas.microsoft.com/office/drawing/2014/main" id="{FC84948E-634D-493C-8276-F8532FB80A65}"/>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9281788" y="5960853"/>
            <a:ext cx="1967056" cy="655982"/>
          </a:xfrm>
          <a:prstGeom prst="rect">
            <a:avLst/>
          </a:prstGeom>
        </p:spPr>
      </p:pic>
    </p:spTree>
    <p:extLst>
      <p:ext uri="{BB962C8B-B14F-4D97-AF65-F5344CB8AC3E}">
        <p14:creationId xmlns:p14="http://schemas.microsoft.com/office/powerpoint/2010/main" val="2325486699"/>
      </p:ext>
    </p:extLst>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46981" y="144962"/>
            <a:ext cx="10601863" cy="579657"/>
          </a:xfrm>
          <a:solidFill>
            <a:srgbClr val="AF1D4A"/>
          </a:solidFill>
        </p:spPr>
        <p:txBody>
          <a:bodyPr>
            <a:noAutofit/>
          </a:bodyPr>
          <a:lstStyle>
            <a:lvl1pPr>
              <a:defRPr sz="4000" b="0">
                <a:solidFill>
                  <a:schemeClr val="bg1"/>
                </a:solidFill>
                <a:latin typeface="+mj-lt"/>
                <a:cs typeface="Arial" panose="020B0604020202020204" pitchFamily="34" charset="0"/>
              </a:defRPr>
            </a:lvl1pPr>
          </a:lstStyle>
          <a:p>
            <a:r>
              <a:rPr lang="en-US"/>
              <a:t>Click to edit Master title style</a:t>
            </a:r>
            <a:endParaRPr lang="en-IN"/>
          </a:p>
        </p:txBody>
      </p:sp>
      <p:sp>
        <p:nvSpPr>
          <p:cNvPr id="3" name="Content Placeholder 2"/>
          <p:cNvSpPr>
            <a:spLocks noGrp="1"/>
          </p:cNvSpPr>
          <p:nvPr>
            <p:ph idx="1"/>
          </p:nvPr>
        </p:nvSpPr>
        <p:spPr>
          <a:xfrm>
            <a:off x="646981" y="897147"/>
            <a:ext cx="10601863" cy="4919192"/>
          </a:xfrm>
        </p:spPr>
        <p:txBody>
          <a:bodyPr>
            <a:normAutofit/>
          </a:bodyPr>
          <a:lstStyle>
            <a:lvl1pPr>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5" name="Picture 4" descr="A close up of a logo&#10;&#10;Description automatically generated">
            <a:extLst>
              <a:ext uri="{FF2B5EF4-FFF2-40B4-BE49-F238E27FC236}">
                <a16:creationId xmlns:a16="http://schemas.microsoft.com/office/drawing/2014/main" id="{DAF3D3DE-4523-4272-BE59-8D2437F5816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9281788" y="5960853"/>
            <a:ext cx="1967056" cy="655982"/>
          </a:xfrm>
          <a:prstGeom prst="rect">
            <a:avLst/>
          </a:prstGeom>
        </p:spPr>
      </p:pic>
      <p:sp>
        <p:nvSpPr>
          <p:cNvPr id="7" name="Slide Number Placeholder 3">
            <a:extLst>
              <a:ext uri="{FF2B5EF4-FFF2-40B4-BE49-F238E27FC236}">
                <a16:creationId xmlns:a16="http://schemas.microsoft.com/office/drawing/2014/main" id="{81809D16-A1EA-491E-B08D-BAD11CA6219E}"/>
              </a:ext>
            </a:extLst>
          </p:cNvPr>
          <p:cNvSpPr>
            <a:spLocks noGrp="1"/>
          </p:cNvSpPr>
          <p:nvPr>
            <p:ph type="sldNum" sz="quarter" idx="4"/>
          </p:nvPr>
        </p:nvSpPr>
        <p:spPr>
          <a:xfrm>
            <a:off x="224622" y="359494"/>
            <a:ext cx="2743200" cy="365125"/>
          </a:xfrm>
          <a:prstGeom prst="rect">
            <a:avLst/>
          </a:prstGeom>
        </p:spPr>
        <p:txBody>
          <a:bodyPr vert="horz" lIns="91440" tIns="45720" rIns="91440" bIns="45720" rtlCol="0" anchor="ctr"/>
          <a:lstStyle>
            <a:lvl1pPr algn="l">
              <a:defRPr sz="1400">
                <a:solidFill>
                  <a:srgbClr val="C00000"/>
                </a:solidFill>
              </a:defRPr>
            </a:lvl1pPr>
          </a:lstStyle>
          <a:p>
            <a:r>
              <a:rPr lang="en-IN"/>
              <a:t>#</a:t>
            </a:r>
            <a:fld id="{E3E7CEFA-4988-41BA-AD35-C10C92633637}" type="slidenum">
              <a:rPr lang="en-IN" smtClean="0"/>
              <a:pPr/>
              <a:t>‹#›</a:t>
            </a:fld>
            <a:endParaRPr lang="en-IN"/>
          </a:p>
        </p:txBody>
      </p:sp>
    </p:spTree>
    <p:extLst>
      <p:ext uri="{BB962C8B-B14F-4D97-AF65-F5344CB8AC3E}">
        <p14:creationId xmlns:p14="http://schemas.microsoft.com/office/powerpoint/2010/main" val="166879403"/>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1099" y="162215"/>
            <a:ext cx="10601865" cy="571030"/>
          </a:xfrm>
          <a:solidFill>
            <a:schemeClr val="bg1"/>
          </a:solidFill>
        </p:spPr>
        <p:txBody>
          <a:bodyPr/>
          <a:lstStyle>
            <a:lvl1pPr>
              <a:defRPr b="0">
                <a:solidFill>
                  <a:srgbClr val="C00000"/>
                </a:solidFill>
                <a:latin typeface="+mj-lt"/>
                <a:cs typeface="Arial" panose="020B0604020202020204" pitchFamily="34" charset="0"/>
              </a:defRPr>
            </a:lvl1pPr>
          </a:lstStyle>
          <a:p>
            <a:r>
              <a:rPr lang="en-US"/>
              <a:t>Click to edit Master title style</a:t>
            </a:r>
            <a:endParaRPr lang="en-IN"/>
          </a:p>
        </p:txBody>
      </p:sp>
      <p:sp>
        <p:nvSpPr>
          <p:cNvPr id="3" name="Content Placeholder 2"/>
          <p:cNvSpPr>
            <a:spLocks noGrp="1"/>
          </p:cNvSpPr>
          <p:nvPr>
            <p:ph idx="1"/>
          </p:nvPr>
        </p:nvSpPr>
        <p:spPr>
          <a:xfrm>
            <a:off x="621100" y="854015"/>
            <a:ext cx="10619120" cy="4962324"/>
          </a:xfrm>
        </p:spPr>
        <p:txBody>
          <a:bodyPr>
            <a:normAutofit/>
          </a:bodyPr>
          <a:lstStyle>
            <a:lvl1pPr>
              <a:defRPr sz="2000">
                <a:latin typeface="+mn-lt"/>
              </a:defRPr>
            </a:lvl1pPr>
            <a:lvl2pPr>
              <a:defRPr sz="2000">
                <a:latin typeface="+mn-lt"/>
              </a:defRPr>
            </a:lvl2pPr>
            <a:lvl3pPr>
              <a:defRPr sz="2000">
                <a:latin typeface="+mn-lt"/>
              </a:defRPr>
            </a:lvl3pPr>
            <a:lvl4pPr>
              <a:defRPr sz="2000">
                <a:latin typeface="+mn-lt"/>
              </a:defRPr>
            </a:lvl4pPr>
            <a:lvl5pPr>
              <a:defRPr sz="20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5" name="Picture 4" descr="A close up of a logo&#10;&#10;Description automatically generated">
            <a:extLst>
              <a:ext uri="{FF2B5EF4-FFF2-40B4-BE49-F238E27FC236}">
                <a16:creationId xmlns:a16="http://schemas.microsoft.com/office/drawing/2014/main" id="{DAF3D3DE-4523-4272-BE59-8D2437F5816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9273164" y="5937109"/>
            <a:ext cx="1967056" cy="655982"/>
          </a:xfrm>
          <a:prstGeom prst="rect">
            <a:avLst/>
          </a:prstGeom>
        </p:spPr>
      </p:pic>
      <p:sp>
        <p:nvSpPr>
          <p:cNvPr id="7" name="Slide Number Placeholder 3">
            <a:extLst>
              <a:ext uri="{FF2B5EF4-FFF2-40B4-BE49-F238E27FC236}">
                <a16:creationId xmlns:a16="http://schemas.microsoft.com/office/drawing/2014/main" id="{023B05FA-7F28-4C08-9F31-D51D96B2833B}"/>
              </a:ext>
            </a:extLst>
          </p:cNvPr>
          <p:cNvSpPr>
            <a:spLocks noGrp="1"/>
          </p:cNvSpPr>
          <p:nvPr>
            <p:ph type="sldNum" sz="quarter" idx="4"/>
          </p:nvPr>
        </p:nvSpPr>
        <p:spPr>
          <a:xfrm>
            <a:off x="224622" y="359494"/>
            <a:ext cx="2743200" cy="365125"/>
          </a:xfrm>
          <a:prstGeom prst="rect">
            <a:avLst/>
          </a:prstGeom>
        </p:spPr>
        <p:txBody>
          <a:bodyPr vert="horz" lIns="91440" tIns="45720" rIns="91440" bIns="45720" rtlCol="0" anchor="ctr"/>
          <a:lstStyle>
            <a:lvl1pPr algn="l">
              <a:defRPr sz="1400">
                <a:solidFill>
                  <a:srgbClr val="C00000"/>
                </a:solidFill>
              </a:defRPr>
            </a:lvl1pPr>
          </a:lstStyle>
          <a:p>
            <a:r>
              <a:rPr lang="en-IN"/>
              <a:t>#</a:t>
            </a:r>
            <a:fld id="{E3E7CEFA-4988-41BA-AD35-C10C92633637}" type="slidenum">
              <a:rPr lang="en-IN" smtClean="0"/>
              <a:pPr/>
              <a:t>‹#›</a:t>
            </a:fld>
            <a:endParaRPr lang="en-IN"/>
          </a:p>
        </p:txBody>
      </p:sp>
    </p:spTree>
    <p:extLst>
      <p:ext uri="{BB962C8B-B14F-4D97-AF65-F5344CB8AC3E}">
        <p14:creationId xmlns:p14="http://schemas.microsoft.com/office/powerpoint/2010/main" val="1061813509"/>
      </p:ext>
    </p:extLst>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1166274"/>
            <a:ext cx="10515600" cy="2672481"/>
          </a:xfrm>
        </p:spPr>
        <p:txBody>
          <a:bodyPr anchor="b">
            <a:normAutofit/>
          </a:bodyPr>
          <a:lstStyle>
            <a:lvl1pPr algn="ctr">
              <a:defRPr sz="4400">
                <a:solidFill>
                  <a:srgbClr val="C00000"/>
                </a:solidFill>
                <a:latin typeface="+mj-lt"/>
                <a:cs typeface="Arial" panose="020B0604020202020204" pitchFamily="34" charset="0"/>
              </a:defRPr>
            </a:lvl1pPr>
          </a:lstStyle>
          <a:p>
            <a:r>
              <a:rPr lang="en-US"/>
              <a:t>Click To Edit Master Title Style</a:t>
            </a:r>
            <a:br>
              <a:rPr lang="en-US"/>
            </a:br>
            <a:endParaRPr lang="en-IN"/>
          </a:p>
        </p:txBody>
      </p:sp>
      <p:sp>
        <p:nvSpPr>
          <p:cNvPr id="3" name="Text Placeholder 2"/>
          <p:cNvSpPr>
            <a:spLocks noGrp="1"/>
          </p:cNvSpPr>
          <p:nvPr>
            <p:ph type="body" idx="1"/>
          </p:nvPr>
        </p:nvSpPr>
        <p:spPr>
          <a:xfrm>
            <a:off x="831850" y="3959734"/>
            <a:ext cx="10515600" cy="1500187"/>
          </a:xfrm>
        </p:spPr>
        <p:txBody>
          <a:bodyPr>
            <a:normAutofit/>
          </a:bodyPr>
          <a:lstStyle>
            <a:lvl1pPr marL="0" indent="0" algn="ctr">
              <a:buNone/>
              <a:defRPr sz="2800">
                <a:solidFill>
                  <a:srgbClr val="00206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endParaRPr lang="en-US"/>
          </a:p>
          <a:p>
            <a:pPr lvl="0"/>
            <a:r>
              <a:rPr lang="en-US"/>
              <a:t>Click To Edit Master Text Styles</a:t>
            </a:r>
          </a:p>
        </p:txBody>
      </p:sp>
      <p:pic>
        <p:nvPicPr>
          <p:cNvPr id="4" name="Picture 3" descr="A close up of a logo&#10;&#10;Description automatically generated">
            <a:extLst>
              <a:ext uri="{FF2B5EF4-FFF2-40B4-BE49-F238E27FC236}">
                <a16:creationId xmlns:a16="http://schemas.microsoft.com/office/drawing/2014/main" id="{33B59769-4E9F-4ED3-B3C6-F469D471ABD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9281788" y="5960853"/>
            <a:ext cx="1967056" cy="655982"/>
          </a:xfrm>
          <a:prstGeom prst="rect">
            <a:avLst/>
          </a:prstGeom>
        </p:spPr>
      </p:pic>
    </p:spTree>
    <p:extLst>
      <p:ext uri="{BB962C8B-B14F-4D97-AF65-F5344CB8AC3E}">
        <p14:creationId xmlns:p14="http://schemas.microsoft.com/office/powerpoint/2010/main" val="3509243687"/>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90114" y="914400"/>
            <a:ext cx="5193101" cy="4909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096000" y="914400"/>
            <a:ext cx="5115339" cy="4909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6" name="Picture 5" descr="A close up of a logo&#10;&#10;Description automatically generated">
            <a:extLst>
              <a:ext uri="{FF2B5EF4-FFF2-40B4-BE49-F238E27FC236}">
                <a16:creationId xmlns:a16="http://schemas.microsoft.com/office/drawing/2014/main" id="{7C636576-C435-4227-AE32-FBC777B3BDE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9271715" y="5943600"/>
            <a:ext cx="1939624" cy="655982"/>
          </a:xfrm>
          <a:prstGeom prst="rect">
            <a:avLst/>
          </a:prstGeom>
        </p:spPr>
      </p:pic>
      <p:sp>
        <p:nvSpPr>
          <p:cNvPr id="8" name="Title 1">
            <a:extLst>
              <a:ext uri="{FF2B5EF4-FFF2-40B4-BE49-F238E27FC236}">
                <a16:creationId xmlns:a16="http://schemas.microsoft.com/office/drawing/2014/main" id="{80076A84-695B-4D81-B65B-036D08E10D12}"/>
              </a:ext>
            </a:extLst>
          </p:cNvPr>
          <p:cNvSpPr>
            <a:spLocks noGrp="1"/>
          </p:cNvSpPr>
          <p:nvPr>
            <p:ph type="title"/>
          </p:nvPr>
        </p:nvSpPr>
        <p:spPr>
          <a:xfrm>
            <a:off x="690113" y="146657"/>
            <a:ext cx="10521226" cy="601032"/>
          </a:xfrm>
          <a:solidFill>
            <a:srgbClr val="AF1D4A"/>
          </a:solidFill>
        </p:spPr>
        <p:txBody>
          <a:bodyPr>
            <a:noAutofit/>
          </a:bodyPr>
          <a:lstStyle>
            <a:lvl1pPr>
              <a:defRPr sz="4000" b="0">
                <a:solidFill>
                  <a:schemeClr val="bg1"/>
                </a:solidFill>
                <a:latin typeface="+mj-lt"/>
                <a:cs typeface="Arial" panose="020B0604020202020204" pitchFamily="34" charset="0"/>
              </a:defRPr>
            </a:lvl1pPr>
          </a:lstStyle>
          <a:p>
            <a:r>
              <a:rPr lang="en-US"/>
              <a:t>Click to edit Master title style</a:t>
            </a:r>
            <a:endParaRPr lang="en-IN"/>
          </a:p>
        </p:txBody>
      </p:sp>
      <p:sp>
        <p:nvSpPr>
          <p:cNvPr id="7" name="Slide Number Placeholder 3">
            <a:extLst>
              <a:ext uri="{FF2B5EF4-FFF2-40B4-BE49-F238E27FC236}">
                <a16:creationId xmlns:a16="http://schemas.microsoft.com/office/drawing/2014/main" id="{4A55533A-34A8-4521-9DFE-91DCE242D369}"/>
              </a:ext>
            </a:extLst>
          </p:cNvPr>
          <p:cNvSpPr>
            <a:spLocks noGrp="1"/>
          </p:cNvSpPr>
          <p:nvPr>
            <p:ph type="sldNum" sz="quarter" idx="4"/>
          </p:nvPr>
        </p:nvSpPr>
        <p:spPr>
          <a:xfrm>
            <a:off x="224622" y="359494"/>
            <a:ext cx="2743200" cy="365125"/>
          </a:xfrm>
          <a:prstGeom prst="rect">
            <a:avLst/>
          </a:prstGeom>
        </p:spPr>
        <p:txBody>
          <a:bodyPr vert="horz" lIns="91440" tIns="45720" rIns="91440" bIns="45720" rtlCol="0" anchor="ctr"/>
          <a:lstStyle>
            <a:lvl1pPr algn="l">
              <a:defRPr sz="1400">
                <a:solidFill>
                  <a:srgbClr val="C00000"/>
                </a:solidFill>
              </a:defRPr>
            </a:lvl1pPr>
          </a:lstStyle>
          <a:p>
            <a:r>
              <a:rPr lang="en-IN"/>
              <a:t>#</a:t>
            </a:r>
            <a:fld id="{E3E7CEFA-4988-41BA-AD35-C10C92633637}" type="slidenum">
              <a:rPr lang="en-IN" smtClean="0"/>
              <a:pPr/>
              <a:t>‹#›</a:t>
            </a:fld>
            <a:endParaRPr lang="en-IN"/>
          </a:p>
        </p:txBody>
      </p:sp>
    </p:spTree>
    <p:extLst>
      <p:ext uri="{BB962C8B-B14F-4D97-AF65-F5344CB8AC3E}">
        <p14:creationId xmlns:p14="http://schemas.microsoft.com/office/powerpoint/2010/main" val="2271910624"/>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199" y="1154952"/>
            <a:ext cx="515937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78314" y="2505075"/>
            <a:ext cx="5019261" cy="33291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01926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019261" cy="33291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8" name="Picture 7" descr="A close up of a logo&#10;&#10;Description automatically generated">
            <a:extLst>
              <a:ext uri="{FF2B5EF4-FFF2-40B4-BE49-F238E27FC236}">
                <a16:creationId xmlns:a16="http://schemas.microsoft.com/office/drawing/2014/main" id="{C9ECDAE0-0A74-4D72-8A95-D1CE68BB8C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9071210" y="6002200"/>
            <a:ext cx="2120251" cy="655982"/>
          </a:xfrm>
          <a:prstGeom prst="rect">
            <a:avLst/>
          </a:prstGeom>
        </p:spPr>
      </p:pic>
      <p:sp>
        <p:nvSpPr>
          <p:cNvPr id="10" name="Title 1">
            <a:extLst>
              <a:ext uri="{FF2B5EF4-FFF2-40B4-BE49-F238E27FC236}">
                <a16:creationId xmlns:a16="http://schemas.microsoft.com/office/drawing/2014/main" id="{92D40324-116D-46BF-A0D8-ACBB1FA58BAE}"/>
              </a:ext>
            </a:extLst>
          </p:cNvPr>
          <p:cNvSpPr>
            <a:spLocks noGrp="1"/>
          </p:cNvSpPr>
          <p:nvPr>
            <p:ph type="title"/>
          </p:nvPr>
        </p:nvSpPr>
        <p:spPr>
          <a:xfrm>
            <a:off x="838199" y="365126"/>
            <a:ext cx="10353261" cy="658604"/>
          </a:xfrm>
          <a:solidFill>
            <a:srgbClr val="AF1D4A"/>
          </a:solidFill>
        </p:spPr>
        <p:txBody>
          <a:bodyPr>
            <a:normAutofit/>
          </a:bodyPr>
          <a:lstStyle>
            <a:lvl1pPr>
              <a:defRPr sz="4000" b="0">
                <a:solidFill>
                  <a:schemeClr val="bg1"/>
                </a:solidFill>
                <a:latin typeface="+mj-lt"/>
                <a:cs typeface="Arial" panose="020B0604020202020204" pitchFamily="34" charset="0"/>
              </a:defRPr>
            </a:lvl1pPr>
          </a:lstStyle>
          <a:p>
            <a:r>
              <a:rPr lang="en-US"/>
              <a:t>Click to edit Master title style</a:t>
            </a:r>
            <a:endParaRPr lang="en-IN"/>
          </a:p>
        </p:txBody>
      </p:sp>
      <p:sp>
        <p:nvSpPr>
          <p:cNvPr id="9" name="Slide Number Placeholder 3">
            <a:extLst>
              <a:ext uri="{FF2B5EF4-FFF2-40B4-BE49-F238E27FC236}">
                <a16:creationId xmlns:a16="http://schemas.microsoft.com/office/drawing/2014/main" id="{3D68F537-435A-41CF-BB59-45199926ADE7}"/>
              </a:ext>
            </a:extLst>
          </p:cNvPr>
          <p:cNvSpPr>
            <a:spLocks noGrp="1"/>
          </p:cNvSpPr>
          <p:nvPr>
            <p:ph type="sldNum" sz="quarter" idx="10"/>
          </p:nvPr>
        </p:nvSpPr>
        <p:spPr>
          <a:xfrm>
            <a:off x="224622" y="359494"/>
            <a:ext cx="2743200" cy="365125"/>
          </a:xfrm>
          <a:prstGeom prst="rect">
            <a:avLst/>
          </a:prstGeom>
        </p:spPr>
        <p:txBody>
          <a:bodyPr vert="horz" lIns="91440" tIns="45720" rIns="91440" bIns="45720" rtlCol="0" anchor="ctr"/>
          <a:lstStyle>
            <a:lvl1pPr algn="l">
              <a:defRPr sz="1400">
                <a:solidFill>
                  <a:srgbClr val="C00000"/>
                </a:solidFill>
              </a:defRPr>
            </a:lvl1pPr>
          </a:lstStyle>
          <a:p>
            <a:r>
              <a:rPr lang="en-IN"/>
              <a:t>#</a:t>
            </a:r>
            <a:fld id="{E3E7CEFA-4988-41BA-AD35-C10C92633637}" type="slidenum">
              <a:rPr lang="en-IN" smtClean="0"/>
              <a:pPr/>
              <a:t>‹#›</a:t>
            </a:fld>
            <a:endParaRPr lang="en-IN"/>
          </a:p>
        </p:txBody>
      </p:sp>
    </p:spTree>
    <p:extLst>
      <p:ext uri="{BB962C8B-B14F-4D97-AF65-F5344CB8AC3E}">
        <p14:creationId xmlns:p14="http://schemas.microsoft.com/office/powerpoint/2010/main" val="2305533894"/>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4" name="Picture 3" descr="A close up of a logo&#10;&#10;Description automatically generated">
            <a:extLst>
              <a:ext uri="{FF2B5EF4-FFF2-40B4-BE49-F238E27FC236}">
                <a16:creationId xmlns:a16="http://schemas.microsoft.com/office/drawing/2014/main" id="{1D5A8173-029E-4575-B1BE-7D44B32D742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885952" y="6017547"/>
            <a:ext cx="2457784" cy="655982"/>
          </a:xfrm>
          <a:prstGeom prst="rect">
            <a:avLst/>
          </a:prstGeom>
        </p:spPr>
      </p:pic>
      <p:sp>
        <p:nvSpPr>
          <p:cNvPr id="6" name="Title 1">
            <a:extLst>
              <a:ext uri="{FF2B5EF4-FFF2-40B4-BE49-F238E27FC236}">
                <a16:creationId xmlns:a16="http://schemas.microsoft.com/office/drawing/2014/main" id="{FF2D2E05-3817-4F9D-BBEF-1D4FF77C6B84}"/>
              </a:ext>
            </a:extLst>
          </p:cNvPr>
          <p:cNvSpPr>
            <a:spLocks noGrp="1"/>
          </p:cNvSpPr>
          <p:nvPr>
            <p:ph type="title"/>
          </p:nvPr>
        </p:nvSpPr>
        <p:spPr>
          <a:xfrm>
            <a:off x="664234" y="184471"/>
            <a:ext cx="10679502" cy="655982"/>
          </a:xfrm>
          <a:solidFill>
            <a:srgbClr val="AF1D4A"/>
          </a:solidFill>
        </p:spPr>
        <p:txBody>
          <a:bodyPr>
            <a:normAutofit/>
          </a:bodyPr>
          <a:lstStyle>
            <a:lvl1pPr>
              <a:defRPr sz="4000" b="0">
                <a:solidFill>
                  <a:schemeClr val="bg1"/>
                </a:solidFill>
                <a:latin typeface="+mj-lt"/>
                <a:cs typeface="Arial" panose="020B0604020202020204" pitchFamily="34" charset="0"/>
              </a:defRPr>
            </a:lvl1pPr>
          </a:lstStyle>
          <a:p>
            <a:r>
              <a:rPr lang="en-US"/>
              <a:t>Click to edit Master title style</a:t>
            </a:r>
            <a:endParaRPr lang="en-IN"/>
          </a:p>
        </p:txBody>
      </p:sp>
      <p:sp>
        <p:nvSpPr>
          <p:cNvPr id="7" name="Slide Number Placeholder 3">
            <a:extLst>
              <a:ext uri="{FF2B5EF4-FFF2-40B4-BE49-F238E27FC236}">
                <a16:creationId xmlns:a16="http://schemas.microsoft.com/office/drawing/2014/main" id="{0EE5679D-DF3D-46E6-8A12-A70BFC1371EB}"/>
              </a:ext>
            </a:extLst>
          </p:cNvPr>
          <p:cNvSpPr>
            <a:spLocks noGrp="1"/>
          </p:cNvSpPr>
          <p:nvPr>
            <p:ph type="sldNum" sz="quarter" idx="4"/>
          </p:nvPr>
        </p:nvSpPr>
        <p:spPr>
          <a:xfrm>
            <a:off x="224622" y="359494"/>
            <a:ext cx="2743200" cy="365125"/>
          </a:xfrm>
          <a:prstGeom prst="rect">
            <a:avLst/>
          </a:prstGeom>
        </p:spPr>
        <p:txBody>
          <a:bodyPr vert="horz" lIns="91440" tIns="45720" rIns="91440" bIns="45720" rtlCol="0" anchor="ctr"/>
          <a:lstStyle>
            <a:lvl1pPr algn="l">
              <a:defRPr sz="1400">
                <a:solidFill>
                  <a:srgbClr val="C00000"/>
                </a:solidFill>
              </a:defRPr>
            </a:lvl1pPr>
          </a:lstStyle>
          <a:p>
            <a:r>
              <a:rPr lang="en-IN"/>
              <a:t>#</a:t>
            </a:r>
            <a:fld id="{E3E7CEFA-4988-41BA-AD35-C10C92633637}" type="slidenum">
              <a:rPr lang="en-IN" smtClean="0"/>
              <a:pPr/>
              <a:t>‹#›</a:t>
            </a:fld>
            <a:endParaRPr lang="en-IN"/>
          </a:p>
        </p:txBody>
      </p:sp>
    </p:spTree>
    <p:extLst>
      <p:ext uri="{BB962C8B-B14F-4D97-AF65-F5344CB8AC3E}">
        <p14:creationId xmlns:p14="http://schemas.microsoft.com/office/powerpoint/2010/main" val="19639826"/>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pic>
        <p:nvPicPr>
          <p:cNvPr id="4" name="Picture 3" descr="A close up of a logo&#10;&#10;Description automatically generated">
            <a:extLst>
              <a:ext uri="{FF2B5EF4-FFF2-40B4-BE49-F238E27FC236}">
                <a16:creationId xmlns:a16="http://schemas.microsoft.com/office/drawing/2014/main" id="{1D5A8173-029E-4575-B1BE-7D44B32D742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868698" y="5940409"/>
            <a:ext cx="2457784" cy="655982"/>
          </a:xfrm>
          <a:prstGeom prst="rect">
            <a:avLst/>
          </a:prstGeom>
        </p:spPr>
      </p:pic>
      <p:sp>
        <p:nvSpPr>
          <p:cNvPr id="6" name="Title 1">
            <a:extLst>
              <a:ext uri="{FF2B5EF4-FFF2-40B4-BE49-F238E27FC236}">
                <a16:creationId xmlns:a16="http://schemas.microsoft.com/office/drawing/2014/main" id="{FF2D2E05-3817-4F9D-BBEF-1D4FF77C6B84}"/>
              </a:ext>
            </a:extLst>
          </p:cNvPr>
          <p:cNvSpPr>
            <a:spLocks noGrp="1"/>
          </p:cNvSpPr>
          <p:nvPr>
            <p:ph type="title"/>
          </p:nvPr>
        </p:nvSpPr>
        <p:spPr>
          <a:xfrm>
            <a:off x="715991" y="261609"/>
            <a:ext cx="10610491" cy="655982"/>
          </a:xfrm>
          <a:solidFill>
            <a:schemeClr val="bg1"/>
          </a:solidFill>
        </p:spPr>
        <p:txBody>
          <a:bodyPr/>
          <a:lstStyle>
            <a:lvl1pPr>
              <a:defRPr b="0">
                <a:solidFill>
                  <a:srgbClr val="C00000"/>
                </a:solidFill>
                <a:latin typeface="+mj-lt"/>
                <a:cs typeface="Arial" panose="020B0604020202020204" pitchFamily="34" charset="0"/>
              </a:defRPr>
            </a:lvl1pPr>
          </a:lstStyle>
          <a:p>
            <a:r>
              <a:rPr lang="en-US"/>
              <a:t>Click to edit Master title style</a:t>
            </a:r>
            <a:endParaRPr lang="en-IN"/>
          </a:p>
        </p:txBody>
      </p:sp>
      <p:sp>
        <p:nvSpPr>
          <p:cNvPr id="7" name="Slide Number Placeholder 3">
            <a:extLst>
              <a:ext uri="{FF2B5EF4-FFF2-40B4-BE49-F238E27FC236}">
                <a16:creationId xmlns:a16="http://schemas.microsoft.com/office/drawing/2014/main" id="{776F57D3-1A82-47D9-AAD4-43DF5A49DECB}"/>
              </a:ext>
            </a:extLst>
          </p:cNvPr>
          <p:cNvSpPr>
            <a:spLocks noGrp="1"/>
          </p:cNvSpPr>
          <p:nvPr>
            <p:ph type="sldNum" sz="quarter" idx="4"/>
          </p:nvPr>
        </p:nvSpPr>
        <p:spPr>
          <a:xfrm>
            <a:off x="224622" y="359494"/>
            <a:ext cx="2743200" cy="365125"/>
          </a:xfrm>
          <a:prstGeom prst="rect">
            <a:avLst/>
          </a:prstGeom>
        </p:spPr>
        <p:txBody>
          <a:bodyPr vert="horz" lIns="91440" tIns="45720" rIns="91440" bIns="45720" rtlCol="0" anchor="ctr"/>
          <a:lstStyle>
            <a:lvl1pPr algn="l">
              <a:defRPr sz="1400">
                <a:solidFill>
                  <a:srgbClr val="C00000"/>
                </a:solidFill>
              </a:defRPr>
            </a:lvl1pPr>
          </a:lstStyle>
          <a:p>
            <a:r>
              <a:rPr lang="en-IN"/>
              <a:t>#</a:t>
            </a:r>
            <a:fld id="{E3E7CEFA-4988-41BA-AD35-C10C92633637}" type="slidenum">
              <a:rPr lang="en-IN" smtClean="0"/>
              <a:pPr/>
              <a:t>‹#›</a:t>
            </a:fld>
            <a:endParaRPr lang="en-IN"/>
          </a:p>
        </p:txBody>
      </p:sp>
    </p:spTree>
    <p:extLst>
      <p:ext uri="{BB962C8B-B14F-4D97-AF65-F5344CB8AC3E}">
        <p14:creationId xmlns:p14="http://schemas.microsoft.com/office/powerpoint/2010/main" val="4183262227"/>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1" descr="A close up of a logo&#10;&#10;Description automatically generated">
            <a:extLst>
              <a:ext uri="{FF2B5EF4-FFF2-40B4-BE49-F238E27FC236}">
                <a16:creationId xmlns:a16="http://schemas.microsoft.com/office/drawing/2014/main" id="{5BF30093-AF1A-473D-8459-D65A198D7E30}"/>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9327336" y="5988044"/>
            <a:ext cx="1967056" cy="655982"/>
          </a:xfrm>
          <a:prstGeom prst="rect">
            <a:avLst/>
          </a:prstGeom>
        </p:spPr>
      </p:pic>
      <p:sp>
        <p:nvSpPr>
          <p:cNvPr id="3" name="Slide Number Placeholder 3">
            <a:extLst>
              <a:ext uri="{FF2B5EF4-FFF2-40B4-BE49-F238E27FC236}">
                <a16:creationId xmlns:a16="http://schemas.microsoft.com/office/drawing/2014/main" id="{5F23C17A-29E7-4179-BB74-32A63A8C1022}"/>
              </a:ext>
            </a:extLst>
          </p:cNvPr>
          <p:cNvSpPr>
            <a:spLocks noGrp="1"/>
          </p:cNvSpPr>
          <p:nvPr>
            <p:ph type="sldNum" sz="quarter" idx="4"/>
          </p:nvPr>
        </p:nvSpPr>
        <p:spPr>
          <a:xfrm>
            <a:off x="224622" y="359494"/>
            <a:ext cx="2743200" cy="365125"/>
          </a:xfrm>
          <a:prstGeom prst="rect">
            <a:avLst/>
          </a:prstGeom>
        </p:spPr>
        <p:txBody>
          <a:bodyPr vert="horz" lIns="91440" tIns="45720" rIns="91440" bIns="45720" rtlCol="0" anchor="ctr"/>
          <a:lstStyle>
            <a:lvl1pPr algn="l">
              <a:defRPr sz="1400">
                <a:solidFill>
                  <a:srgbClr val="C00000"/>
                </a:solidFill>
              </a:defRPr>
            </a:lvl1pPr>
          </a:lstStyle>
          <a:p>
            <a:r>
              <a:rPr lang="en-IN"/>
              <a:t>#</a:t>
            </a:r>
            <a:fld id="{E3E7CEFA-4988-41BA-AD35-C10C92633637}" type="slidenum">
              <a:rPr lang="en-IN" smtClean="0"/>
              <a:pPr/>
              <a:t>‹#›</a:t>
            </a:fld>
            <a:endParaRPr lang="en-IN"/>
          </a:p>
        </p:txBody>
      </p:sp>
    </p:spTree>
    <p:extLst>
      <p:ext uri="{BB962C8B-B14F-4D97-AF65-F5344CB8AC3E}">
        <p14:creationId xmlns:p14="http://schemas.microsoft.com/office/powerpoint/2010/main" val="2813677138"/>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atin typeface="Arial" panose="020B0604020202020204" pitchFamily="34" charset="0"/>
                <a:cs typeface="Arial" panose="020B0604020202020204" pitchFamily="34" charset="0"/>
              </a:defRPr>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normAutofit/>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5" name="Picture 4" descr="A close up of a logo&#10;&#10;Description automatically generated">
            <a:extLst>
              <a:ext uri="{FF2B5EF4-FFF2-40B4-BE49-F238E27FC236}">
                <a16:creationId xmlns:a16="http://schemas.microsoft.com/office/drawing/2014/main" id="{CAE8CF87-0C27-479A-9FCC-F0FA64D1A50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896016" y="5953539"/>
            <a:ext cx="1967056" cy="655982"/>
          </a:xfrm>
          <a:prstGeom prst="rect">
            <a:avLst/>
          </a:prstGeom>
        </p:spPr>
      </p:pic>
      <p:sp>
        <p:nvSpPr>
          <p:cNvPr id="6" name="Slide Number Placeholder 3">
            <a:extLst>
              <a:ext uri="{FF2B5EF4-FFF2-40B4-BE49-F238E27FC236}">
                <a16:creationId xmlns:a16="http://schemas.microsoft.com/office/drawing/2014/main" id="{0DD4A930-6D5E-462E-9C0D-80D19107F496}"/>
              </a:ext>
            </a:extLst>
          </p:cNvPr>
          <p:cNvSpPr>
            <a:spLocks noGrp="1"/>
          </p:cNvSpPr>
          <p:nvPr>
            <p:ph type="sldNum" sz="quarter" idx="4"/>
          </p:nvPr>
        </p:nvSpPr>
        <p:spPr>
          <a:xfrm>
            <a:off x="224622" y="359494"/>
            <a:ext cx="2743200" cy="365125"/>
          </a:xfrm>
          <a:prstGeom prst="rect">
            <a:avLst/>
          </a:prstGeom>
        </p:spPr>
        <p:txBody>
          <a:bodyPr vert="horz" lIns="91440" tIns="45720" rIns="91440" bIns="45720" rtlCol="0" anchor="ctr"/>
          <a:lstStyle>
            <a:lvl1pPr algn="l">
              <a:defRPr sz="1400">
                <a:solidFill>
                  <a:srgbClr val="C00000"/>
                </a:solidFill>
              </a:defRPr>
            </a:lvl1pPr>
          </a:lstStyle>
          <a:p>
            <a:r>
              <a:rPr lang="en-IN"/>
              <a:t>#</a:t>
            </a:r>
            <a:fld id="{E3E7CEFA-4988-41BA-AD35-C10C92633637}" type="slidenum">
              <a:rPr lang="en-IN" smtClean="0"/>
              <a:pPr/>
              <a:t>‹#›</a:t>
            </a:fld>
            <a:endParaRPr lang="en-IN"/>
          </a:p>
        </p:txBody>
      </p:sp>
    </p:spTree>
    <p:extLst>
      <p:ext uri="{BB962C8B-B14F-4D97-AF65-F5344CB8AC3E}">
        <p14:creationId xmlns:p14="http://schemas.microsoft.com/office/powerpoint/2010/main" val="3910834752"/>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atin typeface="Arial" panose="020B0604020202020204" pitchFamily="34" charset="0"/>
                <a:cs typeface="Arial" panose="020B0604020202020204" pitchFamily="34" charset="0"/>
              </a:defRPr>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5" name="Picture 4" descr="A close up of a logo&#10;&#10;Description automatically generated">
            <a:extLst>
              <a:ext uri="{FF2B5EF4-FFF2-40B4-BE49-F238E27FC236}">
                <a16:creationId xmlns:a16="http://schemas.microsoft.com/office/drawing/2014/main" id="{0484F575-B956-41D8-9BD9-542DF1FD66F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896016" y="5953539"/>
            <a:ext cx="1967056" cy="655982"/>
          </a:xfrm>
          <a:prstGeom prst="rect">
            <a:avLst/>
          </a:prstGeom>
        </p:spPr>
      </p:pic>
    </p:spTree>
    <p:extLst>
      <p:ext uri="{BB962C8B-B14F-4D97-AF65-F5344CB8AC3E}">
        <p14:creationId xmlns:p14="http://schemas.microsoft.com/office/powerpoint/2010/main" val="3302182562"/>
      </p:ext>
    </p:extLst>
  </p:cSld>
  <p:clrMapOvr>
    <a:masterClrMapping/>
  </p:clrMapOvr>
  <p:transition spd="slow">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Титульный слайд" userDrawn="1">
  <p:cSld name="Титульный слайд">
    <p:spTree>
      <p:nvGrpSpPr>
        <p:cNvPr id="1" name="Shape 11"/>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51FCAF33-9D2D-4091-8746-0C9C38FB020B}"/>
              </a:ext>
            </a:extLst>
          </p:cNvPr>
          <p:cNvSpPr>
            <a:spLocks noGrp="1"/>
          </p:cNvSpPr>
          <p:nvPr>
            <p:ph type="sldNum" sz="quarter" idx="4"/>
          </p:nvPr>
        </p:nvSpPr>
        <p:spPr>
          <a:xfrm>
            <a:off x="224622" y="359494"/>
            <a:ext cx="2743200" cy="365125"/>
          </a:xfrm>
          <a:prstGeom prst="rect">
            <a:avLst/>
          </a:prstGeom>
        </p:spPr>
        <p:txBody>
          <a:bodyPr vert="horz" lIns="91440" tIns="45720" rIns="91440" bIns="45720" rtlCol="0" anchor="ctr"/>
          <a:lstStyle>
            <a:lvl1pPr algn="l">
              <a:defRPr sz="1400">
                <a:solidFill>
                  <a:srgbClr val="C00000"/>
                </a:solidFill>
              </a:defRPr>
            </a:lvl1pPr>
          </a:lstStyle>
          <a:p>
            <a:r>
              <a:rPr lang="en-IN"/>
              <a:t>#</a:t>
            </a:r>
            <a:fld id="{E3E7CEFA-4988-41BA-AD35-C10C92633637}" type="slidenum">
              <a:rPr lang="en-IN" smtClean="0"/>
              <a:pPr/>
              <a:t>‹#›</a:t>
            </a:fld>
            <a:endParaRPr lang="en-IN"/>
          </a:p>
        </p:txBody>
      </p:sp>
    </p:spTree>
    <p:extLst>
      <p:ext uri="{BB962C8B-B14F-4D97-AF65-F5344CB8AC3E}">
        <p14:creationId xmlns:p14="http://schemas.microsoft.com/office/powerpoint/2010/main" val="12050912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Заголовок и объект" userDrawn="1">
  <p:cSld name="Заголовок и объект">
    <p:spTree>
      <p:nvGrpSpPr>
        <p:cNvPr id="1" name="Shape 17"/>
        <p:cNvGrpSpPr/>
        <p:nvPr/>
      </p:nvGrpSpPr>
      <p:grpSpPr>
        <a:xfrm>
          <a:off x="0" y="0"/>
          <a:ext cx="0" cy="0"/>
          <a:chOff x="0" y="0"/>
          <a:chExt cx="0" cy="0"/>
        </a:xfrm>
      </p:grpSpPr>
    </p:spTree>
    <p:extLst>
      <p:ext uri="{BB962C8B-B14F-4D97-AF65-F5344CB8AC3E}">
        <p14:creationId xmlns:p14="http://schemas.microsoft.com/office/powerpoint/2010/main" val="9002279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5400" b="0">
                <a:latin typeface="+mj-lt"/>
                <a:cs typeface="Arial" panose="020B0604020202020204" pitchFamily="34" charset="0"/>
              </a:defRPr>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3200">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Tree>
    <p:extLst>
      <p:ext uri="{BB962C8B-B14F-4D97-AF65-F5344CB8AC3E}">
        <p14:creationId xmlns:p14="http://schemas.microsoft.com/office/powerpoint/2010/main" val="2231211999"/>
      </p:ext>
    </p:extLst>
  </p:cSld>
  <p:clrMapOvr>
    <a:masterClrMapping/>
  </p:clrMapOvr>
  <p:transition spd="slow">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024872" cy="897144"/>
          </a:xfrm>
          <a:solidFill>
            <a:srgbClr val="AF1D4A"/>
          </a:solidFill>
        </p:spPr>
        <p:txBody>
          <a:bodyPr/>
          <a:lstStyle>
            <a:lvl1pPr>
              <a:defRPr b="1">
                <a:solidFill>
                  <a:schemeClr val="bg1"/>
                </a:solidFill>
                <a:latin typeface="+mj-lt"/>
                <a:cs typeface="Arial" panose="020B0604020202020204" pitchFamily="34" charset="0"/>
              </a:defRPr>
            </a:lvl1pPr>
          </a:lstStyle>
          <a:p>
            <a:r>
              <a:rPr lang="en-US"/>
              <a:t>Click to edit Master title style</a:t>
            </a:r>
            <a:endParaRPr lang="en-IN"/>
          </a:p>
        </p:txBody>
      </p:sp>
      <p:sp>
        <p:nvSpPr>
          <p:cNvPr id="3" name="Content Placeholder 2"/>
          <p:cNvSpPr>
            <a:spLocks noGrp="1"/>
          </p:cNvSpPr>
          <p:nvPr>
            <p:ph idx="1"/>
          </p:nvPr>
        </p:nvSpPr>
        <p:spPr/>
        <p:txBody>
          <a:bodyPr>
            <a:normAutofit/>
          </a:bodyPr>
          <a:lstStyle>
            <a:lvl1pPr>
              <a:defRPr sz="2000">
                <a:latin typeface="+mn-lt"/>
              </a:defRPr>
            </a:lvl1pPr>
            <a:lvl2pPr>
              <a:defRPr sz="2000">
                <a:latin typeface="+mn-lt"/>
              </a:defRPr>
            </a:lvl2pPr>
            <a:lvl3pPr>
              <a:defRPr sz="2000">
                <a:latin typeface="+mn-lt"/>
              </a:defRPr>
            </a:lvl3pPr>
            <a:lvl4pPr>
              <a:defRPr sz="2000">
                <a:latin typeface="+mn-lt"/>
              </a:defRPr>
            </a:lvl4pPr>
            <a:lvl5pPr>
              <a:defRPr sz="20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5" name="Picture 4" descr="A close up of a logo&#10;&#10;Description automatically generated">
            <a:extLst>
              <a:ext uri="{FF2B5EF4-FFF2-40B4-BE49-F238E27FC236}">
                <a16:creationId xmlns:a16="http://schemas.microsoft.com/office/drawing/2014/main" id="{DAF3D3DE-4523-4272-BE59-8D2437F5816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896016" y="5953539"/>
            <a:ext cx="1967056" cy="655982"/>
          </a:xfrm>
          <a:prstGeom prst="rect">
            <a:avLst/>
          </a:prstGeom>
        </p:spPr>
      </p:pic>
      <p:sp>
        <p:nvSpPr>
          <p:cNvPr id="6" name="Slide Number Placeholder 3">
            <a:extLst>
              <a:ext uri="{FF2B5EF4-FFF2-40B4-BE49-F238E27FC236}">
                <a16:creationId xmlns:a16="http://schemas.microsoft.com/office/drawing/2014/main" id="{AE701B25-A330-4FF4-84BC-2A63A77EF00F}"/>
              </a:ext>
            </a:extLst>
          </p:cNvPr>
          <p:cNvSpPr>
            <a:spLocks noGrp="1"/>
          </p:cNvSpPr>
          <p:nvPr>
            <p:ph type="sldNum" sz="quarter" idx="4"/>
          </p:nvPr>
        </p:nvSpPr>
        <p:spPr>
          <a:xfrm>
            <a:off x="224622" y="359494"/>
            <a:ext cx="2743200" cy="365125"/>
          </a:xfrm>
          <a:prstGeom prst="rect">
            <a:avLst/>
          </a:prstGeom>
        </p:spPr>
        <p:txBody>
          <a:bodyPr vert="horz" lIns="91440" tIns="45720" rIns="91440" bIns="45720" rtlCol="0" anchor="ctr"/>
          <a:lstStyle>
            <a:lvl1pPr algn="l">
              <a:defRPr sz="1400">
                <a:solidFill>
                  <a:srgbClr val="C00000"/>
                </a:solidFill>
              </a:defRPr>
            </a:lvl1pPr>
          </a:lstStyle>
          <a:p>
            <a:r>
              <a:rPr lang="en-IN"/>
              <a:t>#</a:t>
            </a:r>
            <a:fld id="{E3E7CEFA-4988-41BA-AD35-C10C92633637}" type="slidenum">
              <a:rPr lang="en-IN" smtClean="0"/>
              <a:pPr/>
              <a:t>‹#›</a:t>
            </a:fld>
            <a:endParaRPr lang="en-IN"/>
          </a:p>
        </p:txBody>
      </p:sp>
    </p:spTree>
    <p:extLst>
      <p:ext uri="{BB962C8B-B14F-4D97-AF65-F5344CB8AC3E}">
        <p14:creationId xmlns:p14="http://schemas.microsoft.com/office/powerpoint/2010/main" val="3310269645"/>
      </p:ext>
    </p:extLst>
  </p:cSld>
  <p:clrMapOvr>
    <a:masterClrMapping/>
  </p:clrMapOvr>
  <p:transition spd="slow">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normAutofit/>
          </a:bodyPr>
          <a:lstStyle>
            <a:lvl1pPr>
              <a:defRPr sz="5400">
                <a:latin typeface="+mj-lt"/>
                <a:cs typeface="Arial" panose="020B0604020202020204" pitchFamily="34" charset="0"/>
              </a:defRPr>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normAutofit/>
          </a:bodyPr>
          <a:lstStyle>
            <a:lvl1pPr marL="0" indent="0">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195404341"/>
      </p:ext>
    </p:extLst>
  </p:cSld>
  <p:clrMapOvr>
    <a:masterClrMapping/>
  </p:clrMapOvr>
  <p:transition spd="slow">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980660" y="1825625"/>
            <a:ext cx="5039139" cy="39987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039139" cy="39987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6" name="Picture 5" descr="A close up of a logo&#10;&#10;Description automatically generated">
            <a:extLst>
              <a:ext uri="{FF2B5EF4-FFF2-40B4-BE49-F238E27FC236}">
                <a16:creationId xmlns:a16="http://schemas.microsoft.com/office/drawing/2014/main" id="{7C636576-C435-4227-AE32-FBC777B3BDE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896016" y="5953539"/>
            <a:ext cx="1939624" cy="655982"/>
          </a:xfrm>
          <a:prstGeom prst="rect">
            <a:avLst/>
          </a:prstGeom>
        </p:spPr>
      </p:pic>
      <p:sp>
        <p:nvSpPr>
          <p:cNvPr id="8" name="Title 1">
            <a:extLst>
              <a:ext uri="{FF2B5EF4-FFF2-40B4-BE49-F238E27FC236}">
                <a16:creationId xmlns:a16="http://schemas.microsoft.com/office/drawing/2014/main" id="{80076A84-695B-4D81-B65B-036D08E10D12}"/>
              </a:ext>
            </a:extLst>
          </p:cNvPr>
          <p:cNvSpPr>
            <a:spLocks noGrp="1"/>
          </p:cNvSpPr>
          <p:nvPr>
            <p:ph type="title"/>
          </p:nvPr>
        </p:nvSpPr>
        <p:spPr>
          <a:xfrm>
            <a:off x="838200" y="365126"/>
            <a:ext cx="9997440" cy="897144"/>
          </a:xfrm>
          <a:solidFill>
            <a:srgbClr val="AF1D4A"/>
          </a:solidFill>
        </p:spPr>
        <p:txBody>
          <a:bodyPr/>
          <a:lstStyle>
            <a:lvl1pPr>
              <a:defRPr b="1">
                <a:solidFill>
                  <a:schemeClr val="bg1"/>
                </a:solidFill>
                <a:latin typeface="+mj-lt"/>
                <a:cs typeface="Arial" panose="020B0604020202020204" pitchFamily="34" charset="0"/>
              </a:defRPr>
            </a:lvl1pPr>
          </a:lstStyle>
          <a:p>
            <a:r>
              <a:rPr lang="en-US"/>
              <a:t>Click to edit Master title style</a:t>
            </a:r>
            <a:endParaRPr lang="en-IN"/>
          </a:p>
        </p:txBody>
      </p:sp>
      <p:sp>
        <p:nvSpPr>
          <p:cNvPr id="7" name="Slide Number Placeholder 3">
            <a:extLst>
              <a:ext uri="{FF2B5EF4-FFF2-40B4-BE49-F238E27FC236}">
                <a16:creationId xmlns:a16="http://schemas.microsoft.com/office/drawing/2014/main" id="{D4D909F2-2832-486D-AE2F-9CF219D6A66A}"/>
              </a:ext>
            </a:extLst>
          </p:cNvPr>
          <p:cNvSpPr>
            <a:spLocks noGrp="1"/>
          </p:cNvSpPr>
          <p:nvPr>
            <p:ph type="sldNum" sz="quarter" idx="4"/>
          </p:nvPr>
        </p:nvSpPr>
        <p:spPr>
          <a:xfrm>
            <a:off x="224622" y="359494"/>
            <a:ext cx="2743200" cy="365125"/>
          </a:xfrm>
          <a:prstGeom prst="rect">
            <a:avLst/>
          </a:prstGeom>
        </p:spPr>
        <p:txBody>
          <a:bodyPr vert="horz" lIns="91440" tIns="45720" rIns="91440" bIns="45720" rtlCol="0" anchor="ctr"/>
          <a:lstStyle>
            <a:lvl1pPr algn="l">
              <a:defRPr sz="1400">
                <a:solidFill>
                  <a:srgbClr val="C00000"/>
                </a:solidFill>
              </a:defRPr>
            </a:lvl1pPr>
          </a:lstStyle>
          <a:p>
            <a:r>
              <a:rPr lang="en-IN"/>
              <a:t>#</a:t>
            </a:r>
            <a:fld id="{E3E7CEFA-4988-41BA-AD35-C10C92633637}" type="slidenum">
              <a:rPr lang="en-IN" smtClean="0"/>
              <a:pPr/>
              <a:t>‹#›</a:t>
            </a:fld>
            <a:endParaRPr lang="en-IN"/>
          </a:p>
        </p:txBody>
      </p:sp>
    </p:spTree>
    <p:extLst>
      <p:ext uri="{BB962C8B-B14F-4D97-AF65-F5344CB8AC3E}">
        <p14:creationId xmlns:p14="http://schemas.microsoft.com/office/powerpoint/2010/main" val="3967042033"/>
      </p:ext>
    </p:extLst>
  </p:cSld>
  <p:clrMapOvr>
    <a:masterClrMapping/>
  </p:clrMapOvr>
  <p:transition spd="slow">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978314" y="1681163"/>
            <a:ext cx="501926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78314" y="2505075"/>
            <a:ext cx="5019261" cy="33291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01926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019261" cy="33291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8" name="Picture 7" descr="A close up of a logo&#10;&#10;Description automatically generated">
            <a:extLst>
              <a:ext uri="{FF2B5EF4-FFF2-40B4-BE49-F238E27FC236}">
                <a16:creationId xmlns:a16="http://schemas.microsoft.com/office/drawing/2014/main" id="{C9ECDAE0-0A74-4D72-8A95-D1CE68BB8C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733677" y="6002200"/>
            <a:ext cx="2120251" cy="655982"/>
          </a:xfrm>
          <a:prstGeom prst="rect">
            <a:avLst/>
          </a:prstGeom>
        </p:spPr>
      </p:pic>
      <p:sp>
        <p:nvSpPr>
          <p:cNvPr id="10" name="Title 1">
            <a:extLst>
              <a:ext uri="{FF2B5EF4-FFF2-40B4-BE49-F238E27FC236}">
                <a16:creationId xmlns:a16="http://schemas.microsoft.com/office/drawing/2014/main" id="{92D40324-116D-46BF-A0D8-ACBB1FA58BAE}"/>
              </a:ext>
            </a:extLst>
          </p:cNvPr>
          <p:cNvSpPr>
            <a:spLocks noGrp="1"/>
          </p:cNvSpPr>
          <p:nvPr>
            <p:ph type="title"/>
          </p:nvPr>
        </p:nvSpPr>
        <p:spPr>
          <a:xfrm>
            <a:off x="838200" y="365126"/>
            <a:ext cx="10015728" cy="897144"/>
          </a:xfrm>
          <a:solidFill>
            <a:srgbClr val="AF1D4A"/>
          </a:solidFill>
        </p:spPr>
        <p:txBody>
          <a:bodyPr/>
          <a:lstStyle>
            <a:lvl1pPr>
              <a:defRPr b="1">
                <a:solidFill>
                  <a:schemeClr val="bg1"/>
                </a:solidFill>
                <a:latin typeface="+mj-lt"/>
                <a:cs typeface="Arial" panose="020B0604020202020204" pitchFamily="34" charset="0"/>
              </a:defRPr>
            </a:lvl1pPr>
          </a:lstStyle>
          <a:p>
            <a:r>
              <a:rPr lang="en-US"/>
              <a:t>Click to edit Master title style</a:t>
            </a:r>
            <a:endParaRPr lang="en-IN"/>
          </a:p>
        </p:txBody>
      </p:sp>
      <p:sp>
        <p:nvSpPr>
          <p:cNvPr id="9" name="Slide Number Placeholder 3">
            <a:extLst>
              <a:ext uri="{FF2B5EF4-FFF2-40B4-BE49-F238E27FC236}">
                <a16:creationId xmlns:a16="http://schemas.microsoft.com/office/drawing/2014/main" id="{F5542535-D1B2-431D-A19C-9CEDC2F317BA}"/>
              </a:ext>
            </a:extLst>
          </p:cNvPr>
          <p:cNvSpPr>
            <a:spLocks noGrp="1"/>
          </p:cNvSpPr>
          <p:nvPr>
            <p:ph type="sldNum" sz="quarter" idx="10"/>
          </p:nvPr>
        </p:nvSpPr>
        <p:spPr>
          <a:xfrm>
            <a:off x="224622" y="359494"/>
            <a:ext cx="2743200" cy="365125"/>
          </a:xfrm>
          <a:prstGeom prst="rect">
            <a:avLst/>
          </a:prstGeom>
        </p:spPr>
        <p:txBody>
          <a:bodyPr vert="horz" lIns="91440" tIns="45720" rIns="91440" bIns="45720" rtlCol="0" anchor="ctr"/>
          <a:lstStyle>
            <a:lvl1pPr algn="l">
              <a:defRPr sz="1400">
                <a:solidFill>
                  <a:srgbClr val="C00000"/>
                </a:solidFill>
              </a:defRPr>
            </a:lvl1pPr>
          </a:lstStyle>
          <a:p>
            <a:r>
              <a:rPr lang="en-IN"/>
              <a:t>#</a:t>
            </a:r>
            <a:fld id="{E3E7CEFA-4988-41BA-AD35-C10C92633637}" type="slidenum">
              <a:rPr lang="en-IN" smtClean="0"/>
              <a:pPr/>
              <a:t>‹#›</a:t>
            </a:fld>
            <a:endParaRPr lang="en-IN"/>
          </a:p>
        </p:txBody>
      </p:sp>
    </p:spTree>
    <p:extLst>
      <p:ext uri="{BB962C8B-B14F-4D97-AF65-F5344CB8AC3E}">
        <p14:creationId xmlns:p14="http://schemas.microsoft.com/office/powerpoint/2010/main" val="4179200039"/>
      </p:ext>
    </p:extLst>
  </p:cSld>
  <p:clrMapOvr>
    <a:masterClrMapping/>
  </p:clrMapOvr>
  <p:transition spd="slow">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4" name="Picture 3" descr="A close up of a logo&#10;&#10;Description automatically generated">
            <a:extLst>
              <a:ext uri="{FF2B5EF4-FFF2-40B4-BE49-F238E27FC236}">
                <a16:creationId xmlns:a16="http://schemas.microsoft.com/office/drawing/2014/main" id="{1D5A8173-029E-4575-B1BE-7D44B32D742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356520" y="6017547"/>
            <a:ext cx="2457784" cy="655982"/>
          </a:xfrm>
          <a:prstGeom prst="rect">
            <a:avLst/>
          </a:prstGeom>
        </p:spPr>
      </p:pic>
      <p:sp>
        <p:nvSpPr>
          <p:cNvPr id="6" name="Title 1">
            <a:extLst>
              <a:ext uri="{FF2B5EF4-FFF2-40B4-BE49-F238E27FC236}">
                <a16:creationId xmlns:a16="http://schemas.microsoft.com/office/drawing/2014/main" id="{FF2D2E05-3817-4F9D-BBEF-1D4FF77C6B84}"/>
              </a:ext>
            </a:extLst>
          </p:cNvPr>
          <p:cNvSpPr>
            <a:spLocks noGrp="1"/>
          </p:cNvSpPr>
          <p:nvPr>
            <p:ph type="title"/>
          </p:nvPr>
        </p:nvSpPr>
        <p:spPr>
          <a:xfrm>
            <a:off x="838200" y="365126"/>
            <a:ext cx="9976104" cy="897144"/>
          </a:xfrm>
          <a:solidFill>
            <a:srgbClr val="AF1D4A"/>
          </a:solidFill>
        </p:spPr>
        <p:txBody>
          <a:bodyPr/>
          <a:lstStyle>
            <a:lvl1pPr>
              <a:defRPr b="1">
                <a:solidFill>
                  <a:schemeClr val="bg1"/>
                </a:solidFill>
                <a:latin typeface="+mj-lt"/>
                <a:cs typeface="Arial" panose="020B0604020202020204" pitchFamily="34" charset="0"/>
              </a:defRPr>
            </a:lvl1pPr>
          </a:lstStyle>
          <a:p>
            <a:r>
              <a:rPr lang="en-US"/>
              <a:t>Click to edit Master title style</a:t>
            </a:r>
            <a:endParaRPr lang="en-IN"/>
          </a:p>
        </p:txBody>
      </p:sp>
      <p:sp>
        <p:nvSpPr>
          <p:cNvPr id="5" name="Slide Number Placeholder 3">
            <a:extLst>
              <a:ext uri="{FF2B5EF4-FFF2-40B4-BE49-F238E27FC236}">
                <a16:creationId xmlns:a16="http://schemas.microsoft.com/office/drawing/2014/main" id="{9734F95F-2A7E-4D74-BFB4-80008AAADD13}"/>
              </a:ext>
            </a:extLst>
          </p:cNvPr>
          <p:cNvSpPr>
            <a:spLocks noGrp="1"/>
          </p:cNvSpPr>
          <p:nvPr>
            <p:ph type="sldNum" sz="quarter" idx="4"/>
          </p:nvPr>
        </p:nvSpPr>
        <p:spPr>
          <a:xfrm>
            <a:off x="224622" y="359494"/>
            <a:ext cx="2743200" cy="365125"/>
          </a:xfrm>
          <a:prstGeom prst="rect">
            <a:avLst/>
          </a:prstGeom>
        </p:spPr>
        <p:txBody>
          <a:bodyPr vert="horz" lIns="91440" tIns="45720" rIns="91440" bIns="45720" rtlCol="0" anchor="ctr"/>
          <a:lstStyle>
            <a:lvl1pPr algn="l">
              <a:defRPr sz="1400">
                <a:solidFill>
                  <a:srgbClr val="C00000"/>
                </a:solidFill>
              </a:defRPr>
            </a:lvl1pPr>
          </a:lstStyle>
          <a:p>
            <a:r>
              <a:rPr lang="en-IN"/>
              <a:t>#</a:t>
            </a:r>
            <a:fld id="{E3E7CEFA-4988-41BA-AD35-C10C92633637}" type="slidenum">
              <a:rPr lang="en-IN" smtClean="0"/>
              <a:pPr/>
              <a:t>‹#›</a:t>
            </a:fld>
            <a:endParaRPr lang="en-IN"/>
          </a:p>
        </p:txBody>
      </p:sp>
    </p:spTree>
    <p:extLst>
      <p:ext uri="{BB962C8B-B14F-4D97-AF65-F5344CB8AC3E}">
        <p14:creationId xmlns:p14="http://schemas.microsoft.com/office/powerpoint/2010/main" val="497786588"/>
      </p:ext>
    </p:extLst>
  </p:cSld>
  <p:clrMapOvr>
    <a:masterClrMapping/>
  </p:clrMapOvr>
  <p:transition spd="slow">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1" descr="A close up of a logo&#10;&#10;Description automatically generated">
            <a:extLst>
              <a:ext uri="{FF2B5EF4-FFF2-40B4-BE49-F238E27FC236}">
                <a16:creationId xmlns:a16="http://schemas.microsoft.com/office/drawing/2014/main" id="{5BF30093-AF1A-473D-8459-D65A198D7E30}"/>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896016" y="5953539"/>
            <a:ext cx="1967056" cy="655982"/>
          </a:xfrm>
          <a:prstGeom prst="rect">
            <a:avLst/>
          </a:prstGeom>
        </p:spPr>
      </p:pic>
    </p:spTree>
    <p:extLst>
      <p:ext uri="{BB962C8B-B14F-4D97-AF65-F5344CB8AC3E}">
        <p14:creationId xmlns:p14="http://schemas.microsoft.com/office/powerpoint/2010/main" val="1760443075"/>
      </p:ext>
    </p:extLst>
  </p:cSld>
  <p:clrMapOvr>
    <a:masterClrMapping/>
  </p:clrMapOvr>
  <p:transition spd="slow">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atin typeface="Arial" panose="020B0604020202020204" pitchFamily="34" charset="0"/>
                <a:cs typeface="Arial" panose="020B0604020202020204" pitchFamily="34" charset="0"/>
              </a:defRPr>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normAutofit/>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5" name="Picture 4" descr="A close up of a logo&#10;&#10;Description automatically generated">
            <a:extLst>
              <a:ext uri="{FF2B5EF4-FFF2-40B4-BE49-F238E27FC236}">
                <a16:creationId xmlns:a16="http://schemas.microsoft.com/office/drawing/2014/main" id="{CAE8CF87-0C27-479A-9FCC-F0FA64D1A50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896016" y="5953539"/>
            <a:ext cx="1967056" cy="655982"/>
          </a:xfrm>
          <a:prstGeom prst="rect">
            <a:avLst/>
          </a:prstGeom>
        </p:spPr>
      </p:pic>
    </p:spTree>
    <p:extLst>
      <p:ext uri="{BB962C8B-B14F-4D97-AF65-F5344CB8AC3E}">
        <p14:creationId xmlns:p14="http://schemas.microsoft.com/office/powerpoint/2010/main" val="1355436838"/>
      </p:ext>
    </p:extLst>
  </p:cSld>
  <p:clrMapOvr>
    <a:masterClrMapping/>
  </p:clrMapOvr>
  <p:transition spd="slow">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atin typeface="Arial" panose="020B0604020202020204" pitchFamily="34" charset="0"/>
                <a:cs typeface="Arial" panose="020B0604020202020204" pitchFamily="34" charset="0"/>
              </a:defRPr>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5" name="Picture 4" descr="A close up of a logo&#10;&#10;Description automatically generated">
            <a:extLst>
              <a:ext uri="{FF2B5EF4-FFF2-40B4-BE49-F238E27FC236}">
                <a16:creationId xmlns:a16="http://schemas.microsoft.com/office/drawing/2014/main" id="{0484F575-B956-41D8-9BD9-542DF1FD66F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682" t="34695" r="4058" b="31278"/>
          <a:stretch/>
        </p:blipFill>
        <p:spPr>
          <a:xfrm>
            <a:off x="8896016" y="5953539"/>
            <a:ext cx="1967056" cy="655982"/>
          </a:xfrm>
          <a:prstGeom prst="rect">
            <a:avLst/>
          </a:prstGeom>
        </p:spPr>
      </p:pic>
    </p:spTree>
    <p:extLst>
      <p:ext uri="{BB962C8B-B14F-4D97-AF65-F5344CB8AC3E}">
        <p14:creationId xmlns:p14="http://schemas.microsoft.com/office/powerpoint/2010/main" val="590788670"/>
      </p:ext>
    </p:extLst>
  </p:cSld>
  <p:clrMapOvr>
    <a:masterClrMapping/>
  </p:clrMapOvr>
  <p:transition spd="slow">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Титульный слайд" preserve="1" userDrawn="1">
  <p:cSld name="Титульный слайд">
    <p:spTree>
      <p:nvGrpSpPr>
        <p:cNvPr id="1" name="Shape 11"/>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D3BB1353-7940-4C24-ADE7-20139301DF61}"/>
              </a:ext>
            </a:extLst>
          </p:cNvPr>
          <p:cNvSpPr>
            <a:spLocks noGrp="1"/>
          </p:cNvSpPr>
          <p:nvPr>
            <p:ph type="sldNum" sz="quarter" idx="4"/>
          </p:nvPr>
        </p:nvSpPr>
        <p:spPr>
          <a:xfrm>
            <a:off x="224622" y="359494"/>
            <a:ext cx="2743200" cy="365125"/>
          </a:xfrm>
          <a:prstGeom prst="rect">
            <a:avLst/>
          </a:prstGeom>
        </p:spPr>
        <p:txBody>
          <a:bodyPr vert="horz" lIns="91440" tIns="45720" rIns="91440" bIns="45720" rtlCol="0" anchor="ctr"/>
          <a:lstStyle>
            <a:lvl1pPr algn="l">
              <a:defRPr sz="1400">
                <a:solidFill>
                  <a:srgbClr val="C00000"/>
                </a:solidFill>
              </a:defRPr>
            </a:lvl1pPr>
          </a:lstStyle>
          <a:p>
            <a:r>
              <a:rPr lang="en-IN"/>
              <a:t>#</a:t>
            </a:r>
            <a:fld id="{E3E7CEFA-4988-41BA-AD35-C10C92633637}" type="slidenum">
              <a:rPr lang="en-IN" smtClean="0"/>
              <a:pPr/>
              <a:t>‹#›</a:t>
            </a:fld>
            <a:endParaRPr lang="en-IN"/>
          </a:p>
        </p:txBody>
      </p:sp>
    </p:spTree>
    <p:extLst>
      <p:ext uri="{BB962C8B-B14F-4D97-AF65-F5344CB8AC3E}">
        <p14:creationId xmlns:p14="http://schemas.microsoft.com/office/powerpoint/2010/main" val="22054732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Заголовок и объект" preserve="1" userDrawn="1">
  <p:cSld name="Заголовок и объект">
    <p:spTree>
      <p:nvGrpSpPr>
        <p:cNvPr id="1" name="Shape 17"/>
        <p:cNvGrpSpPr/>
        <p:nvPr/>
      </p:nvGrpSpPr>
      <p:grpSpPr>
        <a:xfrm>
          <a:off x="0" y="0"/>
          <a:ext cx="0" cy="0"/>
          <a:chOff x="0" y="0"/>
          <a:chExt cx="0" cy="0"/>
        </a:xfrm>
      </p:grpSpPr>
      <p:sp>
        <p:nvSpPr>
          <p:cNvPr id="4" name="Title 1">
            <a:extLst>
              <a:ext uri="{FF2B5EF4-FFF2-40B4-BE49-F238E27FC236}">
                <a16:creationId xmlns:a16="http://schemas.microsoft.com/office/drawing/2014/main" id="{2D48A42B-FEBA-44F9-A55B-139319B6D016}"/>
              </a:ext>
            </a:extLst>
          </p:cNvPr>
          <p:cNvSpPr>
            <a:spLocks noGrp="1"/>
          </p:cNvSpPr>
          <p:nvPr>
            <p:ph type="title"/>
          </p:nvPr>
        </p:nvSpPr>
        <p:spPr>
          <a:xfrm>
            <a:off x="664234" y="184471"/>
            <a:ext cx="10679502" cy="655982"/>
          </a:xfrm>
          <a:solidFill>
            <a:srgbClr val="AF1D4A"/>
          </a:solidFill>
        </p:spPr>
        <p:txBody>
          <a:bodyPr>
            <a:normAutofit/>
          </a:bodyPr>
          <a:lstStyle>
            <a:lvl1pPr>
              <a:defRPr sz="4000" b="0">
                <a:solidFill>
                  <a:schemeClr val="bg1"/>
                </a:solidFill>
                <a:latin typeface="+mj-lt"/>
                <a:cs typeface="Arial" panose="020B0604020202020204" pitchFamily="34" charset="0"/>
              </a:defRPr>
            </a:lvl1pPr>
          </a:lstStyle>
          <a:p>
            <a:r>
              <a:rPr lang="en-US"/>
              <a:t>Click to edit Master title style</a:t>
            </a:r>
            <a:endParaRPr lang="en-IN"/>
          </a:p>
        </p:txBody>
      </p:sp>
      <p:sp>
        <p:nvSpPr>
          <p:cNvPr id="6" name="Slide Number Placeholder 3">
            <a:extLst>
              <a:ext uri="{FF2B5EF4-FFF2-40B4-BE49-F238E27FC236}">
                <a16:creationId xmlns:a16="http://schemas.microsoft.com/office/drawing/2014/main" id="{223AE51A-B0B8-40B8-8DEA-86B5CFC5D194}"/>
              </a:ext>
            </a:extLst>
          </p:cNvPr>
          <p:cNvSpPr>
            <a:spLocks noGrp="1"/>
          </p:cNvSpPr>
          <p:nvPr>
            <p:ph type="sldNum" sz="quarter" idx="4"/>
          </p:nvPr>
        </p:nvSpPr>
        <p:spPr>
          <a:xfrm>
            <a:off x="224622" y="359494"/>
            <a:ext cx="2743200" cy="365125"/>
          </a:xfrm>
          <a:prstGeom prst="rect">
            <a:avLst/>
          </a:prstGeom>
        </p:spPr>
        <p:txBody>
          <a:bodyPr vert="horz" lIns="91440" tIns="45720" rIns="91440" bIns="45720" rtlCol="0" anchor="ctr"/>
          <a:lstStyle>
            <a:lvl1pPr algn="l">
              <a:defRPr sz="1400">
                <a:solidFill>
                  <a:srgbClr val="C00000"/>
                </a:solidFill>
              </a:defRPr>
            </a:lvl1pPr>
          </a:lstStyle>
          <a:p>
            <a:r>
              <a:rPr lang="en-IN"/>
              <a:t>#</a:t>
            </a:r>
            <a:fld id="{E3E7CEFA-4988-41BA-AD35-C10C92633637}" type="slidenum">
              <a:rPr lang="en-IN" smtClean="0"/>
              <a:pPr/>
              <a:t>‹#›</a:t>
            </a:fld>
            <a:endParaRPr lang="en-IN"/>
          </a:p>
        </p:txBody>
      </p:sp>
    </p:spTree>
    <p:extLst>
      <p:ext uri="{BB962C8B-B14F-4D97-AF65-F5344CB8AC3E}">
        <p14:creationId xmlns:p14="http://schemas.microsoft.com/office/powerpoint/2010/main" val="2265455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theme" Target="../theme/theme1.xml" /></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 /><Relationship Id="rId3" Type="http://schemas.openxmlformats.org/officeDocument/2006/relationships/slideLayout" Target="../slideLayouts/slideLayout16.xml" /><Relationship Id="rId7" Type="http://schemas.openxmlformats.org/officeDocument/2006/relationships/slideLayout" Target="../slideLayouts/slideLayout20.xml" /><Relationship Id="rId12" Type="http://schemas.openxmlformats.org/officeDocument/2006/relationships/theme" Target="../theme/theme2.xml" /><Relationship Id="rId2" Type="http://schemas.openxmlformats.org/officeDocument/2006/relationships/slideLayout" Target="../slideLayouts/slideLayout15.xml" /><Relationship Id="rId1" Type="http://schemas.openxmlformats.org/officeDocument/2006/relationships/slideLayout" Target="../slideLayouts/slideLayout14.xml" /><Relationship Id="rId6" Type="http://schemas.openxmlformats.org/officeDocument/2006/relationships/slideLayout" Target="../slideLayouts/slideLayout19.xml" /><Relationship Id="rId11" Type="http://schemas.openxmlformats.org/officeDocument/2006/relationships/slideLayout" Target="../slideLayouts/slideLayout24.xml" /><Relationship Id="rId5" Type="http://schemas.openxmlformats.org/officeDocument/2006/relationships/slideLayout" Target="../slideLayouts/slideLayout18.xml" /><Relationship Id="rId10" Type="http://schemas.openxmlformats.org/officeDocument/2006/relationships/slideLayout" Target="../slideLayouts/slideLayout23.xml" /><Relationship Id="rId4" Type="http://schemas.openxmlformats.org/officeDocument/2006/relationships/slideLayout" Target="../slideLayouts/slideLayout17.xml" /><Relationship Id="rId9" Type="http://schemas.openxmlformats.org/officeDocument/2006/relationships/slideLayout" Target="../slideLayouts/slideLayout22.xml" /></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39907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grpSp>
        <p:nvGrpSpPr>
          <p:cNvPr id="32" name="Group 31"/>
          <p:cNvGrpSpPr/>
          <p:nvPr userDrawn="1"/>
        </p:nvGrpSpPr>
        <p:grpSpPr>
          <a:xfrm rot="5400000">
            <a:off x="10284402" y="4422774"/>
            <a:ext cx="2399145" cy="286385"/>
            <a:chOff x="838200" y="6096000"/>
            <a:chExt cx="2639060" cy="260350"/>
          </a:xfrm>
          <a:effectLst>
            <a:outerShdw blurRad="50800" dist="38100" dir="13500000" algn="br" rotWithShape="0">
              <a:prstClr val="black">
                <a:alpha val="40000"/>
              </a:prstClr>
            </a:outerShdw>
          </a:effectLst>
        </p:grpSpPr>
        <p:sp>
          <p:nvSpPr>
            <p:cNvPr id="23" name="Flowchart: Connector 22"/>
            <p:cNvSpPr/>
            <p:nvPr userDrawn="1"/>
          </p:nvSpPr>
          <p:spPr>
            <a:xfrm>
              <a:off x="838200" y="6096000"/>
              <a:ext cx="289560" cy="260350"/>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4" name="Flowchart: Connector 23"/>
            <p:cNvSpPr/>
            <p:nvPr userDrawn="1"/>
          </p:nvSpPr>
          <p:spPr>
            <a:xfrm>
              <a:off x="1127760" y="6096000"/>
              <a:ext cx="289560" cy="260350"/>
            </a:xfrm>
            <a:prstGeom prst="flowChartConnector">
              <a:avLst/>
            </a:prstGeom>
            <a:solidFill>
              <a:srgbClr val="3333FF"/>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5" name="Flowchart: Connector 24"/>
            <p:cNvSpPr/>
            <p:nvPr userDrawn="1"/>
          </p:nvSpPr>
          <p:spPr>
            <a:xfrm>
              <a:off x="1430020" y="6096000"/>
              <a:ext cx="289560" cy="260350"/>
            </a:xfrm>
            <a:prstGeom prst="flowChartConnector">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6" name="Flowchart: Connector 25"/>
            <p:cNvSpPr/>
            <p:nvPr userDrawn="1"/>
          </p:nvSpPr>
          <p:spPr>
            <a:xfrm>
              <a:off x="1729740" y="6096000"/>
              <a:ext cx="289560" cy="260350"/>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7" name="Flowchart: Connector 26"/>
            <p:cNvSpPr/>
            <p:nvPr userDrawn="1"/>
          </p:nvSpPr>
          <p:spPr>
            <a:xfrm>
              <a:off x="2019300" y="6096000"/>
              <a:ext cx="289560" cy="260350"/>
            </a:xfrm>
            <a:prstGeom prst="flowChartConnector">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8" name="Flowchart: Connector 27"/>
            <p:cNvSpPr/>
            <p:nvPr userDrawn="1"/>
          </p:nvSpPr>
          <p:spPr>
            <a:xfrm>
              <a:off x="2308860" y="6096000"/>
              <a:ext cx="289560" cy="260350"/>
            </a:xfrm>
            <a:prstGeom prst="flowChartConnector">
              <a:avLst/>
            </a:prstGeom>
            <a:solidFill>
              <a:srgbClr val="FFFFFF"/>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9" name="Flowchart: Connector 28"/>
            <p:cNvSpPr/>
            <p:nvPr userDrawn="1"/>
          </p:nvSpPr>
          <p:spPr>
            <a:xfrm>
              <a:off x="2600960" y="6096000"/>
              <a:ext cx="289560" cy="260350"/>
            </a:xfrm>
            <a:prstGeom prst="flowChartConnector">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30" name="Flowchart: Connector 29"/>
            <p:cNvSpPr/>
            <p:nvPr userDrawn="1"/>
          </p:nvSpPr>
          <p:spPr>
            <a:xfrm>
              <a:off x="2900680" y="6096000"/>
              <a:ext cx="289560" cy="260350"/>
            </a:xfrm>
            <a:prstGeom prst="flowChartConnector">
              <a:avLst/>
            </a:prstGeom>
            <a:solidFill>
              <a:srgbClr val="FF99FF"/>
            </a:solidFill>
            <a:ln>
              <a:solidFill>
                <a:srgbClr val="FF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31" name="Flowchart: Connector 30"/>
            <p:cNvSpPr/>
            <p:nvPr userDrawn="1"/>
          </p:nvSpPr>
          <p:spPr>
            <a:xfrm>
              <a:off x="3187700" y="6096000"/>
              <a:ext cx="289560" cy="260350"/>
            </a:xfrm>
            <a:prstGeom prst="flowChartConnector">
              <a:avLst/>
            </a:prstGeom>
            <a:solidFill>
              <a:srgbClr val="00CCFF"/>
            </a:solidFill>
            <a:ln>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grpSp>
      <p:grpSp>
        <p:nvGrpSpPr>
          <p:cNvPr id="33" name="Group 32"/>
          <p:cNvGrpSpPr/>
          <p:nvPr userDrawn="1"/>
        </p:nvGrpSpPr>
        <p:grpSpPr>
          <a:xfrm>
            <a:off x="838200" y="6082983"/>
            <a:ext cx="2639060" cy="286385"/>
            <a:chOff x="838200" y="6096000"/>
            <a:chExt cx="2639060" cy="260350"/>
          </a:xfrm>
          <a:effectLst>
            <a:outerShdw blurRad="50800" dist="38100" dir="16200000" rotWithShape="0">
              <a:prstClr val="black">
                <a:alpha val="40000"/>
              </a:prstClr>
            </a:outerShdw>
          </a:effectLst>
        </p:grpSpPr>
        <p:sp>
          <p:nvSpPr>
            <p:cNvPr id="34" name="Flowchart: Connector 33"/>
            <p:cNvSpPr/>
            <p:nvPr userDrawn="1"/>
          </p:nvSpPr>
          <p:spPr>
            <a:xfrm>
              <a:off x="838200" y="6096000"/>
              <a:ext cx="289560" cy="260350"/>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35" name="Flowchart: Connector 34"/>
            <p:cNvSpPr/>
            <p:nvPr userDrawn="1"/>
          </p:nvSpPr>
          <p:spPr>
            <a:xfrm>
              <a:off x="1127760" y="6096000"/>
              <a:ext cx="289560" cy="260350"/>
            </a:xfrm>
            <a:prstGeom prst="flowChartConnector">
              <a:avLst/>
            </a:prstGeom>
            <a:solidFill>
              <a:srgbClr val="3333FF"/>
            </a:solid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36" name="Flowchart: Connector 35"/>
            <p:cNvSpPr/>
            <p:nvPr userDrawn="1"/>
          </p:nvSpPr>
          <p:spPr>
            <a:xfrm>
              <a:off x="1430020" y="6096000"/>
              <a:ext cx="289560" cy="260350"/>
            </a:xfrm>
            <a:prstGeom prst="flowChartConnector">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37" name="Flowchart: Connector 36"/>
            <p:cNvSpPr/>
            <p:nvPr userDrawn="1"/>
          </p:nvSpPr>
          <p:spPr>
            <a:xfrm>
              <a:off x="1729740" y="6096000"/>
              <a:ext cx="289560" cy="260350"/>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38" name="Flowchart: Connector 37"/>
            <p:cNvSpPr/>
            <p:nvPr userDrawn="1"/>
          </p:nvSpPr>
          <p:spPr>
            <a:xfrm>
              <a:off x="2019300" y="6096000"/>
              <a:ext cx="289560" cy="260350"/>
            </a:xfrm>
            <a:prstGeom prst="flowChartConnector">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39" name="Flowchart: Connector 38"/>
            <p:cNvSpPr/>
            <p:nvPr userDrawn="1"/>
          </p:nvSpPr>
          <p:spPr>
            <a:xfrm>
              <a:off x="2308860" y="6096000"/>
              <a:ext cx="289560" cy="260350"/>
            </a:xfrm>
            <a:prstGeom prst="flowChartConnector">
              <a:avLst/>
            </a:prstGeom>
            <a:solidFill>
              <a:srgbClr val="FFFFFF"/>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40" name="Flowchart: Connector 39"/>
            <p:cNvSpPr/>
            <p:nvPr userDrawn="1"/>
          </p:nvSpPr>
          <p:spPr>
            <a:xfrm>
              <a:off x="2600960" y="6096000"/>
              <a:ext cx="289560" cy="260350"/>
            </a:xfrm>
            <a:prstGeom prst="flowChartConnector">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41" name="Flowchart: Connector 40"/>
            <p:cNvSpPr/>
            <p:nvPr userDrawn="1"/>
          </p:nvSpPr>
          <p:spPr>
            <a:xfrm>
              <a:off x="2900680" y="6096000"/>
              <a:ext cx="289560" cy="260350"/>
            </a:xfrm>
            <a:prstGeom prst="flowChartConnector">
              <a:avLst/>
            </a:prstGeom>
            <a:solidFill>
              <a:srgbClr val="FF99FF"/>
            </a:solidFill>
            <a:ln>
              <a:solidFill>
                <a:srgbClr val="FF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42" name="Flowchart: Connector 41"/>
            <p:cNvSpPr/>
            <p:nvPr userDrawn="1"/>
          </p:nvSpPr>
          <p:spPr>
            <a:xfrm>
              <a:off x="3187700" y="6096000"/>
              <a:ext cx="289560" cy="260350"/>
            </a:xfrm>
            <a:prstGeom prst="flowChartConnector">
              <a:avLst/>
            </a:prstGeom>
            <a:solidFill>
              <a:srgbClr val="00CCFF"/>
            </a:solidFill>
            <a:ln>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grpSp>
      <p:sp>
        <p:nvSpPr>
          <p:cNvPr id="43" name="Slide Number Placeholder 3">
            <a:extLst>
              <a:ext uri="{FF2B5EF4-FFF2-40B4-BE49-F238E27FC236}">
                <a16:creationId xmlns:a16="http://schemas.microsoft.com/office/drawing/2014/main" id="{E28AC287-797D-4F8F-A104-5A9008125402}"/>
              </a:ext>
            </a:extLst>
          </p:cNvPr>
          <p:cNvSpPr>
            <a:spLocks noGrp="1"/>
          </p:cNvSpPr>
          <p:nvPr>
            <p:ph type="sldNum" sz="quarter" idx="4"/>
          </p:nvPr>
        </p:nvSpPr>
        <p:spPr>
          <a:xfrm>
            <a:off x="224622" y="359494"/>
            <a:ext cx="2743200" cy="365125"/>
          </a:xfrm>
          <a:prstGeom prst="rect">
            <a:avLst/>
          </a:prstGeom>
        </p:spPr>
        <p:txBody>
          <a:bodyPr vert="horz" lIns="91440" tIns="45720" rIns="91440" bIns="45720" rtlCol="0" anchor="ctr"/>
          <a:lstStyle>
            <a:lvl1pPr algn="l">
              <a:defRPr sz="1400">
                <a:solidFill>
                  <a:srgbClr val="C00000"/>
                </a:solidFill>
              </a:defRPr>
            </a:lvl1pPr>
          </a:lstStyle>
          <a:p>
            <a:r>
              <a:rPr lang="en-IN"/>
              <a:t>#</a:t>
            </a:r>
            <a:fld id="{E3E7CEFA-4988-41BA-AD35-C10C92633637}" type="slidenum">
              <a:rPr lang="en-IN" smtClean="0"/>
              <a:pPr/>
              <a:t>‹#›</a:t>
            </a:fld>
            <a:endParaRPr lang="en-IN"/>
          </a:p>
        </p:txBody>
      </p:sp>
    </p:spTree>
    <p:extLst>
      <p:ext uri="{BB962C8B-B14F-4D97-AF65-F5344CB8AC3E}">
        <p14:creationId xmlns:p14="http://schemas.microsoft.com/office/powerpoint/2010/main" val="42503543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84" r:id="rId3"/>
    <p:sldLayoutId id="2147483663" r:id="rId4"/>
    <p:sldLayoutId id="2147483664" r:id="rId5"/>
    <p:sldLayoutId id="2147483665" r:id="rId6"/>
    <p:sldLayoutId id="2147483666" r:id="rId7"/>
    <p:sldLayoutId id="2147483685" r:id="rId8"/>
    <p:sldLayoutId id="2147483667" r:id="rId9"/>
    <p:sldLayoutId id="2147483668" r:id="rId10"/>
    <p:sldLayoutId id="2147483669" r:id="rId11"/>
    <p:sldLayoutId id="2147483670" r:id="rId12"/>
    <p:sldLayoutId id="2147483671" r:id="rId13"/>
  </p:sldLayoutIdLst>
  <p:transition spd="slow">
    <p:fade/>
  </p:transition>
  <p:hf hdr="0" ftr="0" dt="0"/>
  <p:txStyles>
    <p:titleStyle>
      <a:lvl1pPr algn="l" defTabSz="914400" rtl="0" eaLnBrk="1" latinLnBrk="0" hangingPunct="1">
        <a:lnSpc>
          <a:spcPct val="90000"/>
        </a:lnSpc>
        <a:spcBef>
          <a:spcPct val="0"/>
        </a:spcBef>
        <a:buNone/>
        <a:defRPr sz="4400" b="0" kern="1200">
          <a:solidFill>
            <a:schemeClr val="tx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39907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Slide Number Placeholder 3">
            <a:extLst>
              <a:ext uri="{FF2B5EF4-FFF2-40B4-BE49-F238E27FC236}">
                <a16:creationId xmlns:a16="http://schemas.microsoft.com/office/drawing/2014/main" id="{3A8F06A5-9DE5-4CD9-AD8E-E31CBBB2FF84}"/>
              </a:ext>
            </a:extLst>
          </p:cNvPr>
          <p:cNvSpPr>
            <a:spLocks noGrp="1"/>
          </p:cNvSpPr>
          <p:nvPr>
            <p:ph type="sldNum" sz="quarter" idx="4"/>
          </p:nvPr>
        </p:nvSpPr>
        <p:spPr>
          <a:xfrm>
            <a:off x="224622" y="359494"/>
            <a:ext cx="2743200" cy="365125"/>
          </a:xfrm>
          <a:prstGeom prst="rect">
            <a:avLst/>
          </a:prstGeom>
        </p:spPr>
        <p:txBody>
          <a:bodyPr vert="horz" lIns="91440" tIns="45720" rIns="91440" bIns="45720" rtlCol="0" anchor="ctr"/>
          <a:lstStyle>
            <a:lvl1pPr algn="l">
              <a:defRPr sz="1400">
                <a:solidFill>
                  <a:srgbClr val="C00000"/>
                </a:solidFill>
              </a:defRPr>
            </a:lvl1pPr>
          </a:lstStyle>
          <a:p>
            <a:r>
              <a:rPr lang="en-IN"/>
              <a:t>#</a:t>
            </a:r>
            <a:fld id="{E3E7CEFA-4988-41BA-AD35-C10C92633637}" type="slidenum">
              <a:rPr lang="en-IN" smtClean="0"/>
              <a:pPr/>
              <a:t>‹#›</a:t>
            </a:fld>
            <a:endParaRPr lang="en-IN"/>
          </a:p>
        </p:txBody>
      </p:sp>
    </p:spTree>
    <p:extLst>
      <p:ext uri="{BB962C8B-B14F-4D97-AF65-F5344CB8AC3E}">
        <p14:creationId xmlns:p14="http://schemas.microsoft.com/office/powerpoint/2010/main" val="226988072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spd="slow">
    <p:fade/>
  </p:transition>
  <p:hf hdr="0" ftr="0" dt="0"/>
  <p:txStyles>
    <p:titleStyle>
      <a:lvl1pPr algn="l" defTabSz="914400" rtl="0" eaLnBrk="1" latinLnBrk="0" hangingPunct="1">
        <a:lnSpc>
          <a:spcPct val="90000"/>
        </a:lnSpc>
        <a:spcBef>
          <a:spcPct val="0"/>
        </a:spcBef>
        <a:buNone/>
        <a:defRPr sz="4400" b="0" kern="1200">
          <a:solidFill>
            <a:schemeClr val="tx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3" Type="http://schemas.openxmlformats.org/officeDocument/2006/relationships/image" Target="../media/image8.jpeg" /><Relationship Id="rId2" Type="http://schemas.openxmlformats.org/officeDocument/2006/relationships/image" Target="../media/image7.jpeg" /><Relationship Id="rId1" Type="http://schemas.openxmlformats.org/officeDocument/2006/relationships/slideLayout" Target="../slideLayouts/slideLayout2.xml" /><Relationship Id="rId4" Type="http://schemas.openxmlformats.org/officeDocument/2006/relationships/image" Target="../media/image9.jpeg" /></Relationships>
</file>

<file path=ppt/slides/_rels/slide14.xml.rels><?xml version="1.0" encoding="UTF-8" standalone="yes"?>
<Relationships xmlns="http://schemas.openxmlformats.org/package/2006/relationships"><Relationship Id="rId3" Type="http://schemas.openxmlformats.org/officeDocument/2006/relationships/hyperlink" Target="https://www.researchgate.net/publication/327255979_Using_convolutional_neural_networks_for_classification_of_malware_represented_as_images" TargetMode="External" /><Relationship Id="rId2" Type="http://schemas.openxmlformats.org/officeDocument/2006/relationships/hyperlink" Target="https://www.researchgate.net/publication/316176048_Malware_traffic_classification_using_convolutional_neural_network_for_representation_learning" TargetMode="External" /><Relationship Id="rId1" Type="http://schemas.openxmlformats.org/officeDocument/2006/relationships/slideLayout" Target="../slideLayouts/slideLayout2.xml" /><Relationship Id="rId6" Type="http://schemas.openxmlformats.org/officeDocument/2006/relationships/hyperlink" Target="https://www.sciencedirect.com/science/article/abs/pii/S1361372314705317" TargetMode="External" /><Relationship Id="rId5" Type="http://schemas.openxmlformats.org/officeDocument/2006/relationships/hyperlink" Target="https://www.researchgate.net/publication/334698504_A_Review_Paper_of_Malware_Detection_Using_API_Call_Sequences" TargetMode="External" /><Relationship Id="rId4" Type="http://schemas.openxmlformats.org/officeDocument/2006/relationships/hyperlink" Target="https://www.researchgate.net/publication/338355873_The_rise_of_machine_learning_for_detection_and_classification_of_malware_Research_developments_trends_and_challenges" TargetMode="Externa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C2D833-AB37-4335-9D06-F58EACCDC112}"/>
              </a:ext>
            </a:extLst>
          </p:cNvPr>
          <p:cNvSpPr>
            <a:spLocks noGrp="1"/>
          </p:cNvSpPr>
          <p:nvPr>
            <p:ph type="ctrTitle"/>
          </p:nvPr>
        </p:nvSpPr>
        <p:spPr>
          <a:xfrm>
            <a:off x="591764" y="267286"/>
            <a:ext cx="10449027" cy="3235050"/>
          </a:xfrm>
        </p:spPr>
        <p:txBody>
          <a:bodyPr>
            <a:normAutofit fontScale="90000"/>
          </a:bodyPr>
          <a:lstStyle/>
          <a:p>
            <a:br>
              <a:rPr lang="en-US" sz="4800" b="0" u="sng" dirty="0"/>
            </a:br>
            <a:br>
              <a:rPr lang="en-US" dirty="0">
                <a:cs typeface="Arial"/>
              </a:rPr>
            </a:br>
            <a:br>
              <a:rPr lang="en-US" dirty="0">
                <a:cs typeface="Arial"/>
              </a:rPr>
            </a:br>
            <a:br>
              <a:rPr lang="en-US" dirty="0">
                <a:cs typeface="Arial"/>
              </a:rPr>
            </a:br>
            <a:br>
              <a:rPr lang="en-US" dirty="0">
                <a:cs typeface="Arial"/>
              </a:rPr>
            </a:br>
            <a:br>
              <a:rPr lang="en-US" dirty="0">
                <a:cs typeface="Arial"/>
              </a:rPr>
            </a:br>
            <a:br>
              <a:rPr lang="en-US" dirty="0">
                <a:cs typeface="Arial"/>
              </a:rPr>
            </a:br>
            <a:br>
              <a:rPr lang="en-US" dirty="0">
                <a:cs typeface="Arial"/>
              </a:rPr>
            </a:br>
            <a:br>
              <a:rPr lang="en-US" dirty="0">
                <a:cs typeface="Arial"/>
              </a:rPr>
            </a:br>
            <a:br>
              <a:rPr lang="en-US" dirty="0">
                <a:cs typeface="Arial"/>
              </a:rPr>
            </a:br>
            <a:r>
              <a:rPr lang="en-US" sz="4000" b="0" dirty="0">
                <a:solidFill>
                  <a:srgbClr val="C00000"/>
                </a:solidFill>
                <a:latin typeface="+mj-lt"/>
                <a:cs typeface="Arial"/>
              </a:rPr>
              <a:t>Department of</a:t>
            </a:r>
            <a:r>
              <a:rPr lang="en-US" sz="4000" dirty="0">
                <a:cs typeface="Arial"/>
              </a:rPr>
              <a:t> Computer Science and </a:t>
            </a:r>
            <a:r>
              <a:rPr lang="en-US" sz="4000" b="0" dirty="0">
                <a:solidFill>
                  <a:srgbClr val="C00000"/>
                </a:solidFill>
                <a:latin typeface="+mj-lt"/>
                <a:cs typeface="Arial"/>
              </a:rPr>
              <a:t>Engineering</a:t>
            </a:r>
            <a:br>
              <a:rPr lang="en-US" sz="4000" b="0" dirty="0">
                <a:solidFill>
                  <a:srgbClr val="C00000"/>
                </a:solidFill>
                <a:latin typeface="+mj-lt"/>
                <a:cs typeface="Arial"/>
              </a:rPr>
            </a:br>
            <a:r>
              <a:rPr lang="en-US" sz="4000" b="0" dirty="0">
                <a:solidFill>
                  <a:srgbClr val="C00000"/>
                </a:solidFill>
                <a:latin typeface="+mj-lt"/>
                <a:cs typeface="Arial"/>
              </a:rPr>
              <a:t>Amrita School of Computing</a:t>
            </a:r>
            <a:br>
              <a:rPr lang="en-US" sz="4000" b="0" dirty="0">
                <a:solidFill>
                  <a:srgbClr val="C00000"/>
                </a:solidFill>
                <a:latin typeface="+mj-lt"/>
                <a:cs typeface="Arial"/>
              </a:rPr>
            </a:br>
            <a:br>
              <a:rPr lang="en-US" sz="4000" b="0" dirty="0">
                <a:solidFill>
                  <a:srgbClr val="C00000"/>
                </a:solidFill>
                <a:latin typeface="+mj-lt"/>
                <a:cs typeface="Arial"/>
              </a:rPr>
            </a:br>
            <a:r>
              <a:rPr lang="en-US" sz="4000" dirty="0">
                <a:cs typeface="Arial"/>
              </a:rPr>
              <a:t>Malicious network traffic classification using CNN and RNN</a:t>
            </a:r>
            <a:br>
              <a:rPr lang="en-US" sz="4800" b="0" dirty="0"/>
            </a:br>
            <a:endParaRPr lang="en-IN" sz="4800" b="0" dirty="0">
              <a:solidFill>
                <a:srgbClr val="C00000"/>
              </a:solidFill>
              <a:latin typeface="+mj-lt"/>
            </a:endParaRPr>
          </a:p>
        </p:txBody>
      </p:sp>
      <p:sp>
        <p:nvSpPr>
          <p:cNvPr id="3" name="Subtitle 4">
            <a:extLst>
              <a:ext uri="{FF2B5EF4-FFF2-40B4-BE49-F238E27FC236}">
                <a16:creationId xmlns:a16="http://schemas.microsoft.com/office/drawing/2014/main" id="{FF410F86-4000-4F4D-83A9-FEF3733761C1}"/>
              </a:ext>
            </a:extLst>
          </p:cNvPr>
          <p:cNvSpPr>
            <a:spLocks noGrp="1"/>
          </p:cNvSpPr>
          <p:nvPr>
            <p:ph type="subTitle" idx="1"/>
          </p:nvPr>
        </p:nvSpPr>
        <p:spPr>
          <a:xfrm>
            <a:off x="585576" y="3943073"/>
            <a:ext cx="10455215" cy="1655762"/>
          </a:xfrm>
        </p:spPr>
        <p:txBody>
          <a:bodyPr vert="horz" lIns="91440" tIns="45720" rIns="91440" bIns="45720" rtlCol="0" anchor="t">
            <a:normAutofit/>
          </a:bodyPr>
          <a:lstStyle/>
          <a:p>
            <a:pPr algn="l"/>
            <a:r>
              <a:rPr lang="en-US" sz="2400" b="1" dirty="0">
                <a:solidFill>
                  <a:schemeClr val="tx2"/>
                </a:solidFill>
                <a:latin typeface="+mj-lt"/>
                <a:cs typeface="Arial"/>
              </a:rPr>
              <a:t>Team Members :  </a:t>
            </a:r>
            <a:r>
              <a:rPr lang="en-US" sz="2400" dirty="0">
                <a:solidFill>
                  <a:schemeClr val="tx2"/>
                </a:solidFill>
                <a:latin typeface="+mj-lt"/>
                <a:cs typeface="Arial"/>
              </a:rPr>
              <a:t>                                                       </a:t>
            </a:r>
            <a:r>
              <a:rPr lang="en-US" sz="2400" b="1" dirty="0">
                <a:solidFill>
                  <a:schemeClr val="tx2"/>
                </a:solidFill>
                <a:latin typeface="+mj-lt"/>
                <a:cs typeface="Arial"/>
              </a:rPr>
              <a:t>Project Guide :</a:t>
            </a:r>
            <a:endParaRPr lang="en-US" b="1" dirty="0">
              <a:solidFill>
                <a:schemeClr val="tx2"/>
              </a:solidFill>
            </a:endParaRPr>
          </a:p>
          <a:p>
            <a:pPr algn="just"/>
            <a:r>
              <a:rPr lang="en-IN" sz="2400" dirty="0">
                <a:solidFill>
                  <a:schemeClr val="tx2"/>
                </a:solidFill>
                <a:latin typeface="+mj-lt"/>
                <a:cs typeface="Arial"/>
              </a:rPr>
              <a:t> Dasari Mahesh Chandra – CH.EN.U4CSE19119                </a:t>
            </a:r>
            <a:r>
              <a:rPr lang="en-IN" sz="2400" dirty="0" err="1">
                <a:solidFill>
                  <a:schemeClr val="tx2"/>
                </a:solidFill>
                <a:latin typeface="+mj-lt"/>
                <a:cs typeface="Arial"/>
              </a:rPr>
              <a:t>Dr.</a:t>
            </a:r>
            <a:r>
              <a:rPr lang="en-IN" sz="2400" dirty="0">
                <a:solidFill>
                  <a:schemeClr val="tx2"/>
                </a:solidFill>
                <a:latin typeface="+mj-lt"/>
                <a:cs typeface="Arial"/>
              </a:rPr>
              <a:t> P </a:t>
            </a:r>
            <a:r>
              <a:rPr lang="en-IN" sz="2400" dirty="0" err="1">
                <a:solidFill>
                  <a:schemeClr val="tx2"/>
                </a:solidFill>
                <a:latin typeface="+mj-lt"/>
                <a:cs typeface="Arial"/>
              </a:rPr>
              <a:t>Dhavakumar</a:t>
            </a:r>
            <a:endParaRPr lang="en-IN" sz="2400" dirty="0" err="1">
              <a:solidFill>
                <a:schemeClr val="tx2"/>
              </a:solidFill>
              <a:latin typeface="+mj-lt"/>
            </a:endParaRPr>
          </a:p>
          <a:p>
            <a:pPr algn="just"/>
            <a:r>
              <a:rPr lang="en-IN" sz="2400" dirty="0">
                <a:solidFill>
                  <a:schemeClr val="tx2"/>
                </a:solidFill>
                <a:latin typeface="+mj-lt"/>
                <a:cs typeface="Arial"/>
              </a:rPr>
              <a:t> Kanishq. R. Purohit - CH.EN.U4CSE19131</a:t>
            </a:r>
            <a:endParaRPr lang="en-IN" sz="2400" dirty="0">
              <a:solidFill>
                <a:schemeClr val="tx2"/>
              </a:solidFill>
              <a:latin typeface="+mj-lt"/>
            </a:endParaRPr>
          </a:p>
        </p:txBody>
      </p:sp>
    </p:spTree>
    <p:extLst>
      <p:ext uri="{BB962C8B-B14F-4D97-AF65-F5344CB8AC3E}">
        <p14:creationId xmlns:p14="http://schemas.microsoft.com/office/powerpoint/2010/main" val="36766164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EBF548-A875-4FFB-AA7A-B5951B2379FE}"/>
              </a:ext>
            </a:extLst>
          </p:cNvPr>
          <p:cNvSpPr>
            <a:spLocks noGrp="1"/>
          </p:cNvSpPr>
          <p:nvPr>
            <p:ph type="title"/>
          </p:nvPr>
        </p:nvSpPr>
        <p:spPr/>
        <p:txBody>
          <a:bodyPr/>
          <a:lstStyle/>
          <a:p>
            <a:pPr algn="ctr"/>
            <a:r>
              <a:rPr lang="en-IN" b="0" dirty="0"/>
              <a:t>Flow of Presentation</a:t>
            </a:r>
          </a:p>
        </p:txBody>
      </p:sp>
      <p:sp>
        <p:nvSpPr>
          <p:cNvPr id="5" name="Content Placeholder 4">
            <a:extLst>
              <a:ext uri="{FF2B5EF4-FFF2-40B4-BE49-F238E27FC236}">
                <a16:creationId xmlns:a16="http://schemas.microsoft.com/office/drawing/2014/main" id="{A2E5FAA6-BADC-4DDB-AC94-8AB8C824165E}"/>
              </a:ext>
            </a:extLst>
          </p:cNvPr>
          <p:cNvSpPr>
            <a:spLocks noGrp="1"/>
          </p:cNvSpPr>
          <p:nvPr>
            <p:ph idx="1"/>
          </p:nvPr>
        </p:nvSpPr>
        <p:spPr/>
        <p:txBody>
          <a:bodyPr>
            <a:normAutofit fontScale="92500" lnSpcReduction="10000"/>
          </a:bodyPr>
          <a:lstStyle/>
          <a:p>
            <a:pPr marL="0" indent="0">
              <a:buNone/>
            </a:pPr>
            <a:r>
              <a:rPr lang="en-IN" sz="2800" dirty="0">
                <a:effectLst/>
                <a:latin typeface="Calibri" panose="020F0502020204030204" pitchFamily="34" charset="0"/>
                <a:ea typeface="Calibri" panose="020F0502020204030204" pitchFamily="34" charset="0"/>
                <a:cs typeface="Latha" panose="020B0604020202020204" pitchFamily="34" charset="0"/>
              </a:rPr>
              <a:t>A.</a:t>
            </a:r>
            <a:r>
              <a:rPr lang="en-IN" sz="1800" dirty="0">
                <a:effectLst/>
                <a:latin typeface="Calibri" panose="020F0502020204030204" pitchFamily="34" charset="0"/>
                <a:ea typeface="Calibri" panose="020F0502020204030204" pitchFamily="34" charset="0"/>
                <a:cs typeface="Latha" panose="020B0604020202020204" pitchFamily="34" charset="0"/>
              </a:rPr>
              <a:t> </a:t>
            </a:r>
            <a:r>
              <a:rPr lang="en-IN" sz="2800" dirty="0">
                <a:effectLst/>
                <a:latin typeface="Times New Roman" pitchFamily="18" charset="0"/>
                <a:ea typeface="Calibri" panose="020F0502020204030204" pitchFamily="34" charset="0"/>
                <a:cs typeface="Times New Roman" pitchFamily="18" charset="0"/>
              </a:rPr>
              <a:t>Abstract</a:t>
            </a:r>
          </a:p>
          <a:p>
            <a:pPr marL="0" indent="0">
              <a:buNone/>
            </a:pPr>
            <a:r>
              <a:rPr lang="en-IN" sz="2800" dirty="0">
                <a:latin typeface="Times New Roman" pitchFamily="18" charset="0"/>
                <a:ea typeface="Calibri" panose="020F0502020204030204" pitchFamily="34" charset="0"/>
                <a:cs typeface="Times New Roman" pitchFamily="18" charset="0"/>
              </a:rPr>
              <a:t>B. Objective</a:t>
            </a:r>
          </a:p>
          <a:p>
            <a:pPr marL="0" indent="0">
              <a:buNone/>
            </a:pPr>
            <a:r>
              <a:rPr lang="en-IN" sz="2800" dirty="0">
                <a:effectLst/>
                <a:latin typeface="Times New Roman" pitchFamily="18" charset="0"/>
                <a:ea typeface="Calibri" panose="020F0502020204030204" pitchFamily="34" charset="0"/>
                <a:cs typeface="Times New Roman" pitchFamily="18" charset="0"/>
              </a:rPr>
              <a:t>C. Introduction</a:t>
            </a:r>
          </a:p>
          <a:p>
            <a:pPr marL="0" indent="0">
              <a:buNone/>
            </a:pPr>
            <a:r>
              <a:rPr lang="en-IN" sz="2800" dirty="0">
                <a:effectLst/>
                <a:latin typeface="Times New Roman" pitchFamily="18" charset="0"/>
                <a:ea typeface="Calibri" panose="020F0502020204030204" pitchFamily="34" charset="0"/>
                <a:cs typeface="Times New Roman" pitchFamily="18" charset="0"/>
              </a:rPr>
              <a:t>D. Literature Survey</a:t>
            </a:r>
          </a:p>
          <a:p>
            <a:pPr marL="0" indent="0">
              <a:buNone/>
            </a:pPr>
            <a:r>
              <a:rPr lang="en-IN" sz="2800" dirty="0">
                <a:latin typeface="Times New Roman" pitchFamily="18" charset="0"/>
                <a:ea typeface="Calibri" panose="020F0502020204030204" pitchFamily="34" charset="0"/>
                <a:cs typeface="Times New Roman" pitchFamily="18" charset="0"/>
              </a:rPr>
              <a:t>E. Existing work with limitations</a:t>
            </a:r>
          </a:p>
          <a:p>
            <a:pPr marL="0" indent="0">
              <a:buNone/>
            </a:pPr>
            <a:r>
              <a:rPr lang="en-IN" sz="2800" dirty="0">
                <a:effectLst/>
                <a:latin typeface="Times New Roman" pitchFamily="18" charset="0"/>
                <a:ea typeface="Calibri" panose="020F0502020204030204" pitchFamily="34" charset="0"/>
                <a:cs typeface="Times New Roman" pitchFamily="18" charset="0"/>
              </a:rPr>
              <a:t>E. Proposed Work</a:t>
            </a:r>
          </a:p>
          <a:p>
            <a:pPr marL="0" indent="0">
              <a:buNone/>
            </a:pPr>
            <a:r>
              <a:rPr lang="en-US" sz="2800" dirty="0">
                <a:latin typeface="Times New Roman" pitchFamily="18" charset="0"/>
                <a:ea typeface="Calibri" panose="020F0502020204030204" pitchFamily="34" charset="0"/>
                <a:cs typeface="Times New Roman" pitchFamily="18" charset="0"/>
              </a:rPr>
              <a:t>F. Novelty of the Project</a:t>
            </a:r>
          </a:p>
          <a:p>
            <a:pPr marL="0" indent="0">
              <a:buNone/>
            </a:pPr>
            <a:r>
              <a:rPr lang="en-US" sz="2800" dirty="0">
                <a:effectLst/>
                <a:latin typeface="Times New Roman" pitchFamily="18" charset="0"/>
                <a:ea typeface="Calibri" panose="020F0502020204030204" pitchFamily="34" charset="0"/>
                <a:cs typeface="Times New Roman" pitchFamily="18" charset="0"/>
              </a:rPr>
              <a:t>G. </a:t>
            </a:r>
            <a:r>
              <a:rPr lang="en-US" sz="2800" dirty="0">
                <a:latin typeface="Times New Roman" pitchFamily="18" charset="0"/>
                <a:ea typeface="Calibri" panose="020F0502020204030204" pitchFamily="34" charset="0"/>
                <a:cs typeface="Times New Roman" pitchFamily="18" charset="0"/>
              </a:rPr>
              <a:t>Software and hardware Requirement</a:t>
            </a:r>
          </a:p>
          <a:p>
            <a:pPr marL="0" indent="0">
              <a:buNone/>
            </a:pPr>
            <a:r>
              <a:rPr lang="en-US" sz="2800" dirty="0">
                <a:effectLst/>
                <a:latin typeface="Times New Roman" pitchFamily="18" charset="0"/>
                <a:ea typeface="Calibri" panose="020F0502020204030204" pitchFamily="34" charset="0"/>
                <a:cs typeface="Times New Roman" pitchFamily="18" charset="0"/>
              </a:rPr>
              <a:t>H. System architecture</a:t>
            </a:r>
          </a:p>
          <a:p>
            <a:pPr marL="571500" indent="-571500">
              <a:buAutoNum type="romanUcPeriod"/>
            </a:pPr>
            <a:r>
              <a:rPr lang="en-GB" sz="2800" dirty="0">
                <a:latin typeface="Times New Roman" pitchFamily="18" charset="0"/>
                <a:ea typeface="Calibri" panose="020F0502020204030204" pitchFamily="34" charset="0"/>
                <a:cs typeface="Times New Roman" pitchFamily="18" charset="0"/>
              </a:rPr>
              <a:t>Implementation and results</a:t>
            </a:r>
          </a:p>
          <a:p>
            <a:pPr marL="571500" indent="-571500">
              <a:buAutoNum type="romanUcPeriod"/>
            </a:pPr>
            <a:r>
              <a:rPr lang="en-GB" sz="2800" dirty="0">
                <a:effectLst/>
                <a:latin typeface="Times New Roman" pitchFamily="18" charset="0"/>
                <a:ea typeface="Calibri" panose="020F0502020204030204" pitchFamily="34" charset="0"/>
                <a:cs typeface="Times New Roman" pitchFamily="18" charset="0"/>
              </a:rPr>
              <a:t>References</a:t>
            </a:r>
            <a:endParaRPr lang="en-IN" sz="2800" dirty="0">
              <a:effectLst/>
              <a:latin typeface="Times New Roman" pitchFamily="18" charset="0"/>
              <a:ea typeface="Calibri" panose="020F0502020204030204" pitchFamily="34" charset="0"/>
              <a:cs typeface="Times New Roman" pitchFamily="18" charset="0"/>
            </a:endParaRPr>
          </a:p>
          <a:p>
            <a:pPr marL="0" indent="0">
              <a:buNone/>
            </a:pP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marL="342900" indent="-342900">
              <a:buAutoNum type="alphaUcPeriod"/>
            </a:pP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marL="457200" indent="-457200">
              <a:buAutoNum type="alphaUcPeriod"/>
            </a:pPr>
            <a:endParaRPr lang="en-IN" dirty="0"/>
          </a:p>
        </p:txBody>
      </p:sp>
      <p:sp>
        <p:nvSpPr>
          <p:cNvPr id="7" name="Slide Number Placeholder 6">
            <a:extLst>
              <a:ext uri="{FF2B5EF4-FFF2-40B4-BE49-F238E27FC236}">
                <a16:creationId xmlns:a16="http://schemas.microsoft.com/office/drawing/2014/main" id="{F43C1332-C1F2-4BD8-BDF6-8EF3B84867EB}"/>
              </a:ext>
            </a:extLst>
          </p:cNvPr>
          <p:cNvSpPr>
            <a:spLocks noGrp="1"/>
          </p:cNvSpPr>
          <p:nvPr>
            <p:ph type="sldNum" sz="quarter" idx="4"/>
          </p:nvPr>
        </p:nvSpPr>
        <p:spPr/>
        <p:txBody>
          <a:bodyPr/>
          <a:lstStyle/>
          <a:p>
            <a:r>
              <a:rPr lang="en-IN" dirty="0"/>
              <a:t>#</a:t>
            </a:r>
            <a:fld id="{E3E7CEFA-4988-41BA-AD35-C10C92633637}" type="slidenum">
              <a:rPr lang="en-IN" smtClean="0"/>
              <a:pPr/>
              <a:t>2</a:t>
            </a:fld>
            <a:endParaRPr lang="en-IN" dirty="0"/>
          </a:p>
        </p:txBody>
      </p:sp>
    </p:spTree>
    <p:extLst>
      <p:ext uri="{BB962C8B-B14F-4D97-AF65-F5344CB8AC3E}">
        <p14:creationId xmlns:p14="http://schemas.microsoft.com/office/powerpoint/2010/main" val="4020001868"/>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ED835-64A0-33F9-8D73-F81E80A2DB31}"/>
              </a:ext>
            </a:extLst>
          </p:cNvPr>
          <p:cNvSpPr>
            <a:spLocks noGrp="1"/>
          </p:cNvSpPr>
          <p:nvPr>
            <p:ph type="title"/>
          </p:nvPr>
        </p:nvSpPr>
        <p:spPr/>
        <p:txBody>
          <a:bodyPr/>
          <a:lstStyle/>
          <a:p>
            <a:pPr algn="ctr"/>
            <a:r>
              <a:rPr lang="en-IN" dirty="0"/>
              <a:t>Abstract</a:t>
            </a:r>
          </a:p>
        </p:txBody>
      </p:sp>
      <p:sp>
        <p:nvSpPr>
          <p:cNvPr id="3" name="Content Placeholder 2">
            <a:extLst>
              <a:ext uri="{FF2B5EF4-FFF2-40B4-BE49-F238E27FC236}">
                <a16:creationId xmlns:a16="http://schemas.microsoft.com/office/drawing/2014/main" id="{B384002C-2769-7D0C-D57A-541946271D2E}"/>
              </a:ext>
            </a:extLst>
          </p:cNvPr>
          <p:cNvSpPr>
            <a:spLocks noGrp="1"/>
          </p:cNvSpPr>
          <p:nvPr>
            <p:ph idx="1"/>
          </p:nvPr>
        </p:nvSpPr>
        <p:spPr>
          <a:xfrm>
            <a:off x="646981" y="1204620"/>
            <a:ext cx="10601863" cy="4448759"/>
          </a:xfrm>
        </p:spPr>
        <p:txBody>
          <a:bodyPr/>
          <a:lstStyle/>
          <a:p>
            <a:r>
              <a:rPr lang="en-US" dirty="0"/>
              <a:t>This project presents a novel approach for classifying malware network traffic using a hybrid system that combines CNN and RNN models.</a:t>
            </a:r>
          </a:p>
          <a:p>
            <a:pPr marL="0" indent="0">
              <a:buNone/>
            </a:pPr>
            <a:endParaRPr lang="en-US" dirty="0"/>
          </a:p>
          <a:p>
            <a:r>
              <a:rPr lang="en-US" dirty="0"/>
              <a:t>The proposed system is designed to effectively classify network traffic as either benign or malicious.</a:t>
            </a:r>
          </a:p>
          <a:p>
            <a:pPr marL="0" indent="0">
              <a:buNone/>
            </a:pPr>
            <a:endParaRPr lang="en-US" dirty="0"/>
          </a:p>
          <a:p>
            <a:r>
              <a:rPr lang="en-US" dirty="0"/>
              <a:t>The model has an interface which prompts the user to take a decision whether to block or ignore any malicious packets arriving from a source IP address.</a:t>
            </a:r>
          </a:p>
          <a:p>
            <a:pPr marL="0" indent="0">
              <a:buNone/>
            </a:pPr>
            <a:endParaRPr lang="en-US" dirty="0"/>
          </a:p>
          <a:p>
            <a:r>
              <a:rPr lang="en-US" dirty="0"/>
              <a:t>It is a pre-trained model which can be deployed in real time.</a:t>
            </a:r>
            <a:endParaRPr lang="en-IN" dirty="0"/>
          </a:p>
        </p:txBody>
      </p:sp>
      <p:sp>
        <p:nvSpPr>
          <p:cNvPr id="4" name="Slide Number Placeholder 3">
            <a:extLst>
              <a:ext uri="{FF2B5EF4-FFF2-40B4-BE49-F238E27FC236}">
                <a16:creationId xmlns:a16="http://schemas.microsoft.com/office/drawing/2014/main" id="{3DD5DD8C-A84B-0049-7E08-F2A0A6C7EE97}"/>
              </a:ext>
            </a:extLst>
          </p:cNvPr>
          <p:cNvSpPr>
            <a:spLocks noGrp="1"/>
          </p:cNvSpPr>
          <p:nvPr>
            <p:ph type="sldNum" sz="quarter" idx="4"/>
          </p:nvPr>
        </p:nvSpPr>
        <p:spPr/>
        <p:txBody>
          <a:bodyPr/>
          <a:lstStyle/>
          <a:p>
            <a:r>
              <a:rPr lang="en-IN" dirty="0"/>
              <a:t>#</a:t>
            </a:r>
            <a:fld id="{E3E7CEFA-4988-41BA-AD35-C10C92633637}" type="slidenum">
              <a:rPr lang="en-IN" smtClean="0"/>
              <a:pPr/>
              <a:t>3</a:t>
            </a:fld>
            <a:endParaRPr lang="en-IN" dirty="0"/>
          </a:p>
        </p:txBody>
      </p:sp>
    </p:spTree>
    <p:extLst>
      <p:ext uri="{BB962C8B-B14F-4D97-AF65-F5344CB8AC3E}">
        <p14:creationId xmlns:p14="http://schemas.microsoft.com/office/powerpoint/2010/main" val="633446865"/>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EBF548-A875-4FFB-AA7A-B5951B2379FE}"/>
              </a:ext>
            </a:extLst>
          </p:cNvPr>
          <p:cNvSpPr>
            <a:spLocks noGrp="1"/>
          </p:cNvSpPr>
          <p:nvPr>
            <p:ph type="title"/>
          </p:nvPr>
        </p:nvSpPr>
        <p:spPr/>
        <p:txBody>
          <a:bodyPr/>
          <a:lstStyle/>
          <a:p>
            <a:pPr algn="ctr"/>
            <a:r>
              <a:rPr lang="en-IN" dirty="0"/>
              <a:t>Objective</a:t>
            </a:r>
            <a:endParaRPr lang="en-IN" b="0" dirty="0"/>
          </a:p>
        </p:txBody>
      </p:sp>
      <p:sp>
        <p:nvSpPr>
          <p:cNvPr id="7" name="Slide Number Placeholder 6">
            <a:extLst>
              <a:ext uri="{FF2B5EF4-FFF2-40B4-BE49-F238E27FC236}">
                <a16:creationId xmlns:a16="http://schemas.microsoft.com/office/drawing/2014/main" id="{F43C1332-C1F2-4BD8-BDF6-8EF3B84867EB}"/>
              </a:ext>
            </a:extLst>
          </p:cNvPr>
          <p:cNvSpPr>
            <a:spLocks noGrp="1"/>
          </p:cNvSpPr>
          <p:nvPr>
            <p:ph type="sldNum" sz="quarter" idx="4"/>
          </p:nvPr>
        </p:nvSpPr>
        <p:spPr/>
        <p:txBody>
          <a:bodyPr/>
          <a:lstStyle/>
          <a:p>
            <a:r>
              <a:rPr lang="en-IN" dirty="0"/>
              <a:t>#</a:t>
            </a:r>
            <a:fld id="{E3E7CEFA-4988-41BA-AD35-C10C92633637}" type="slidenum">
              <a:rPr lang="en-IN" smtClean="0"/>
              <a:pPr/>
              <a:t>4</a:t>
            </a:fld>
            <a:endParaRPr lang="en-IN" dirty="0"/>
          </a:p>
        </p:txBody>
      </p:sp>
      <p:sp>
        <p:nvSpPr>
          <p:cNvPr id="3" name="Content Placeholder 2">
            <a:extLst>
              <a:ext uri="{FF2B5EF4-FFF2-40B4-BE49-F238E27FC236}">
                <a16:creationId xmlns:a16="http://schemas.microsoft.com/office/drawing/2014/main" id="{CE486922-A3FC-032E-432F-CDF48ACA5699}"/>
              </a:ext>
            </a:extLst>
          </p:cNvPr>
          <p:cNvSpPr>
            <a:spLocks noGrp="1"/>
          </p:cNvSpPr>
          <p:nvPr>
            <p:ph idx="1"/>
          </p:nvPr>
        </p:nvSpPr>
        <p:spPr/>
        <p:txBody>
          <a:bodyPr/>
          <a:lstStyle/>
          <a:p>
            <a:r>
              <a:rPr lang="en-US" dirty="0"/>
              <a:t>To build a malware network traffic Classification model using a hybrid neural network which can run in real-time.</a:t>
            </a:r>
          </a:p>
          <a:p>
            <a:pPr marL="0" indent="0">
              <a:buNone/>
            </a:pPr>
            <a:endParaRPr lang="en-US" dirty="0"/>
          </a:p>
          <a:p>
            <a:r>
              <a:rPr lang="en-US" dirty="0"/>
              <a:t>The model also should have ability to block all packets from the source IP address which sent the malicious packet.</a:t>
            </a:r>
          </a:p>
          <a:p>
            <a:pPr marL="0" indent="0">
              <a:buNone/>
            </a:pPr>
            <a:endParaRPr lang="en-US" dirty="0"/>
          </a:p>
          <a:p>
            <a:r>
              <a:rPr lang="en-US" dirty="0"/>
              <a:t>To check if the accuracy is increased upon combining both the neural networks.</a:t>
            </a:r>
          </a:p>
          <a:p>
            <a:endParaRPr lang="en-US"/>
          </a:p>
          <a:p>
            <a:r>
              <a:rPr lang="en-US"/>
              <a:t>To </a:t>
            </a:r>
            <a:r>
              <a:rPr lang="en-US" dirty="0"/>
              <a:t>choose appropriate evaluation metrics to compare the efficiencies of the pre-trained models.</a:t>
            </a:r>
          </a:p>
          <a:p>
            <a:pPr marL="0" indent="0">
              <a:buNone/>
            </a:pPr>
            <a:endParaRPr lang="en-IN" dirty="0"/>
          </a:p>
        </p:txBody>
      </p:sp>
    </p:spTree>
    <p:extLst>
      <p:ext uri="{BB962C8B-B14F-4D97-AF65-F5344CB8AC3E}">
        <p14:creationId xmlns:p14="http://schemas.microsoft.com/office/powerpoint/2010/main" val="947461857"/>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EBF548-A875-4FFB-AA7A-B5951B2379FE}"/>
              </a:ext>
            </a:extLst>
          </p:cNvPr>
          <p:cNvSpPr>
            <a:spLocks noGrp="1"/>
          </p:cNvSpPr>
          <p:nvPr>
            <p:ph type="title"/>
          </p:nvPr>
        </p:nvSpPr>
        <p:spPr/>
        <p:txBody>
          <a:bodyPr/>
          <a:lstStyle/>
          <a:p>
            <a:pPr algn="ctr"/>
            <a:r>
              <a:rPr lang="en-IN" dirty="0">
                <a:latin typeface="Times New Roman"/>
                <a:cs typeface="Times New Roman"/>
              </a:rPr>
              <a:t>Introduction</a:t>
            </a:r>
            <a:endParaRPr lang="en-US" dirty="0"/>
          </a:p>
        </p:txBody>
      </p:sp>
      <p:sp>
        <p:nvSpPr>
          <p:cNvPr id="7" name="Slide Number Placeholder 6">
            <a:extLst>
              <a:ext uri="{FF2B5EF4-FFF2-40B4-BE49-F238E27FC236}">
                <a16:creationId xmlns:a16="http://schemas.microsoft.com/office/drawing/2014/main" id="{F43C1332-C1F2-4BD8-BDF6-8EF3B84867EB}"/>
              </a:ext>
            </a:extLst>
          </p:cNvPr>
          <p:cNvSpPr>
            <a:spLocks noGrp="1"/>
          </p:cNvSpPr>
          <p:nvPr>
            <p:ph type="sldNum" sz="quarter" idx="4"/>
          </p:nvPr>
        </p:nvSpPr>
        <p:spPr/>
        <p:txBody>
          <a:bodyPr/>
          <a:lstStyle/>
          <a:p>
            <a:r>
              <a:rPr lang="en-IN" dirty="0"/>
              <a:t>#</a:t>
            </a:r>
            <a:fld id="{E3E7CEFA-4988-41BA-AD35-C10C92633637}" type="slidenum">
              <a:rPr lang="en-IN" smtClean="0"/>
              <a:pPr/>
              <a:t>5</a:t>
            </a:fld>
            <a:endParaRPr lang="en-IN" dirty="0"/>
          </a:p>
        </p:txBody>
      </p:sp>
      <p:sp>
        <p:nvSpPr>
          <p:cNvPr id="3" name="Content Placeholder 2">
            <a:extLst>
              <a:ext uri="{FF2B5EF4-FFF2-40B4-BE49-F238E27FC236}">
                <a16:creationId xmlns:a16="http://schemas.microsoft.com/office/drawing/2014/main" id="{CE486922-A3FC-032E-432F-CDF48ACA5699}"/>
              </a:ext>
            </a:extLst>
          </p:cNvPr>
          <p:cNvSpPr>
            <a:spLocks noGrp="1"/>
          </p:cNvSpPr>
          <p:nvPr>
            <p:ph idx="1"/>
          </p:nvPr>
        </p:nvSpPr>
        <p:spPr>
          <a:xfrm>
            <a:off x="646981" y="1246292"/>
            <a:ext cx="10601863" cy="4365416"/>
          </a:xfrm>
        </p:spPr>
        <p:txBody>
          <a:bodyPr>
            <a:normAutofit/>
          </a:bodyPr>
          <a:lstStyle/>
          <a:p>
            <a:r>
              <a:rPr lang="en-US" dirty="0"/>
              <a:t>Convoluted Neural Networks (CNN):</a:t>
            </a:r>
          </a:p>
          <a:p>
            <a:pPr marL="0" indent="0">
              <a:buNone/>
            </a:pPr>
            <a:r>
              <a:rPr lang="en-US" dirty="0"/>
              <a:t>The CNN model is responsible for extracting features from the preprocessed data. It is trained on a labeled dataset of network traffic data, it takes the images of the packets as input and applies convolutional and pooling layers to extract features from the images.</a:t>
            </a:r>
          </a:p>
          <a:p>
            <a:pPr marL="0" indent="0">
              <a:buNone/>
            </a:pPr>
            <a:endParaRPr lang="en-US" dirty="0"/>
          </a:p>
          <a:p>
            <a:r>
              <a:rPr lang="en-US" dirty="0"/>
              <a:t>Recurrent Neural Networks (RNN):</a:t>
            </a:r>
          </a:p>
          <a:p>
            <a:pPr marL="0" indent="0">
              <a:buNone/>
            </a:pPr>
            <a:r>
              <a:rPr lang="en-US" dirty="0"/>
              <a:t>The RNN model is responsible for processing the sequences of packet features generated by the CNN model. The RNN model is trained on a labeled dataset of network traffic data, it takes the sequences of features as input and applies a recurrent layer to process the sequences.</a:t>
            </a:r>
          </a:p>
          <a:p>
            <a:pPr marL="0" indent="0">
              <a:buNone/>
            </a:pPr>
            <a:endParaRPr lang="en-IN" dirty="0"/>
          </a:p>
        </p:txBody>
      </p:sp>
    </p:spTree>
    <p:extLst>
      <p:ext uri="{BB962C8B-B14F-4D97-AF65-F5344CB8AC3E}">
        <p14:creationId xmlns:p14="http://schemas.microsoft.com/office/powerpoint/2010/main" val="3680330315"/>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EBF548-A875-4FFB-AA7A-B5951B2379FE}"/>
              </a:ext>
            </a:extLst>
          </p:cNvPr>
          <p:cNvSpPr>
            <a:spLocks noGrp="1"/>
          </p:cNvSpPr>
          <p:nvPr>
            <p:ph type="title"/>
          </p:nvPr>
        </p:nvSpPr>
        <p:spPr/>
        <p:txBody>
          <a:bodyPr/>
          <a:lstStyle/>
          <a:p>
            <a:pPr algn="ctr"/>
            <a:r>
              <a:rPr lang="en-IN" dirty="0">
                <a:latin typeface="Times New Roman"/>
                <a:cs typeface="Times New Roman"/>
              </a:rPr>
              <a:t>Literature Survey</a:t>
            </a:r>
            <a:endParaRPr lang="en-US" dirty="0"/>
          </a:p>
        </p:txBody>
      </p:sp>
      <p:sp>
        <p:nvSpPr>
          <p:cNvPr id="7" name="Slide Number Placeholder 6">
            <a:extLst>
              <a:ext uri="{FF2B5EF4-FFF2-40B4-BE49-F238E27FC236}">
                <a16:creationId xmlns:a16="http://schemas.microsoft.com/office/drawing/2014/main" id="{F43C1332-C1F2-4BD8-BDF6-8EF3B84867EB}"/>
              </a:ext>
            </a:extLst>
          </p:cNvPr>
          <p:cNvSpPr>
            <a:spLocks noGrp="1"/>
          </p:cNvSpPr>
          <p:nvPr>
            <p:ph type="sldNum" sz="quarter" idx="4"/>
          </p:nvPr>
        </p:nvSpPr>
        <p:spPr/>
        <p:txBody>
          <a:bodyPr/>
          <a:lstStyle/>
          <a:p>
            <a:r>
              <a:rPr lang="en-IN" dirty="0"/>
              <a:t>#</a:t>
            </a:r>
            <a:fld id="{E3E7CEFA-4988-41BA-AD35-C10C92633637}" type="slidenum">
              <a:rPr lang="en-IN" smtClean="0"/>
              <a:pPr/>
              <a:t>6</a:t>
            </a:fld>
            <a:endParaRPr lang="en-IN" dirty="0"/>
          </a:p>
        </p:txBody>
      </p:sp>
      <p:graphicFrame>
        <p:nvGraphicFramePr>
          <p:cNvPr id="2" name="Table 4">
            <a:extLst>
              <a:ext uri="{FF2B5EF4-FFF2-40B4-BE49-F238E27FC236}">
                <a16:creationId xmlns:a16="http://schemas.microsoft.com/office/drawing/2014/main" id="{F8BBD6E3-66F3-A569-02A4-21F2D2C0FE8D}"/>
              </a:ext>
            </a:extLst>
          </p:cNvPr>
          <p:cNvGraphicFramePr>
            <a:graphicFrameLocks noGrp="1"/>
          </p:cNvGraphicFramePr>
          <p:nvPr>
            <p:ph idx="1"/>
            <p:extLst>
              <p:ext uri="{D42A27DB-BD31-4B8C-83A1-F6EECF244321}">
                <p14:modId xmlns:p14="http://schemas.microsoft.com/office/powerpoint/2010/main" val="2312870092"/>
              </p:ext>
            </p:extLst>
          </p:nvPr>
        </p:nvGraphicFramePr>
        <p:xfrm>
          <a:off x="647700" y="896938"/>
          <a:ext cx="10601323" cy="5131888"/>
        </p:xfrm>
        <a:graphic>
          <a:graphicData uri="http://schemas.openxmlformats.org/drawingml/2006/table">
            <a:tbl>
              <a:tblPr firstRow="1" bandRow="1">
                <a:tableStyleId>{5C22544A-7EE6-4342-B048-85BDC9FD1C3A}</a:tableStyleId>
              </a:tblPr>
              <a:tblGrid>
                <a:gridCol w="1422564">
                  <a:extLst>
                    <a:ext uri="{9D8B030D-6E8A-4147-A177-3AD203B41FA5}">
                      <a16:colId xmlns:a16="http://schemas.microsoft.com/office/drawing/2014/main" val="373559229"/>
                    </a:ext>
                  </a:extLst>
                </a:gridCol>
                <a:gridCol w="2993571">
                  <a:extLst>
                    <a:ext uri="{9D8B030D-6E8A-4147-A177-3AD203B41FA5}">
                      <a16:colId xmlns:a16="http://schemas.microsoft.com/office/drawing/2014/main" val="239264077"/>
                    </a:ext>
                  </a:extLst>
                </a:gridCol>
                <a:gridCol w="6185188">
                  <a:extLst>
                    <a:ext uri="{9D8B030D-6E8A-4147-A177-3AD203B41FA5}">
                      <a16:colId xmlns:a16="http://schemas.microsoft.com/office/drawing/2014/main" val="1843627212"/>
                    </a:ext>
                  </a:extLst>
                </a:gridCol>
              </a:tblGrid>
              <a:tr h="468448">
                <a:tc>
                  <a:txBody>
                    <a:bodyPr/>
                    <a:lstStyle/>
                    <a:p>
                      <a:pPr algn="ctr"/>
                      <a:r>
                        <a:rPr lang="en-US" dirty="0" err="1"/>
                        <a:t>SNo</a:t>
                      </a:r>
                    </a:p>
                  </a:txBody>
                  <a:tcPr/>
                </a:tc>
                <a:tc>
                  <a:txBody>
                    <a:bodyPr/>
                    <a:lstStyle/>
                    <a:p>
                      <a:pPr algn="ctr"/>
                      <a:r>
                        <a:rPr lang="en-US" dirty="0"/>
                        <a:t>Title</a:t>
                      </a:r>
                    </a:p>
                  </a:txBody>
                  <a:tcPr/>
                </a:tc>
                <a:tc>
                  <a:txBody>
                    <a:bodyPr/>
                    <a:lstStyle/>
                    <a:p>
                      <a:pPr algn="ctr"/>
                      <a:r>
                        <a:rPr lang="en-US" dirty="0"/>
                        <a:t>Survey</a:t>
                      </a:r>
                    </a:p>
                  </a:txBody>
                  <a:tcPr/>
                </a:tc>
                <a:extLst>
                  <a:ext uri="{0D108BD9-81ED-4DB2-BD59-A6C34878D82A}">
                    <a16:rowId xmlns:a16="http://schemas.microsoft.com/office/drawing/2014/main" val="784745629"/>
                  </a:ext>
                </a:extLst>
              </a:tr>
              <a:tr h="1429368">
                <a:tc>
                  <a:txBody>
                    <a:bodyPr/>
                    <a:lstStyle/>
                    <a:p>
                      <a:pPr algn="ctr"/>
                      <a:r>
                        <a:rPr lang="en-US" dirty="0"/>
                        <a:t>1.</a:t>
                      </a:r>
                    </a:p>
                  </a:txBody>
                  <a:tcPr/>
                </a:tc>
                <a:tc>
                  <a:txBody>
                    <a:bodyPr/>
                    <a:lstStyle/>
                    <a:p>
                      <a:pPr lvl="0" algn="l">
                        <a:lnSpc>
                          <a:spcPct val="100000"/>
                        </a:lnSpc>
                        <a:spcBef>
                          <a:spcPts val="0"/>
                        </a:spcBef>
                        <a:spcAft>
                          <a:spcPts val="0"/>
                        </a:spcAft>
                        <a:buNone/>
                      </a:pPr>
                      <a:r>
                        <a:rPr lang="en-US" sz="1800" b="0" i="0" u="none" strike="noStrike" noProof="0" dirty="0">
                          <a:latin typeface="Gill Sans MT"/>
                        </a:rPr>
                        <a:t>Deep Learning-based Network Intrusion Detection</a:t>
                      </a:r>
                      <a:endParaRPr lang="en-US" dirty="0"/>
                    </a:p>
                  </a:txBody>
                  <a:tcPr/>
                </a:tc>
                <a:tc>
                  <a:txBody>
                    <a:bodyPr/>
                    <a:lstStyle/>
                    <a:p>
                      <a:pPr lvl="0" algn="l">
                        <a:lnSpc>
                          <a:spcPct val="100000"/>
                        </a:lnSpc>
                        <a:spcBef>
                          <a:spcPts val="0"/>
                        </a:spcBef>
                        <a:spcAft>
                          <a:spcPts val="0"/>
                        </a:spcAft>
                        <a:buNone/>
                      </a:pPr>
                      <a:r>
                        <a:rPr lang="en-US" sz="1800" b="0" i="0" u="none" strike="noStrike" noProof="0" dirty="0">
                          <a:latin typeface="Gill Sans MT"/>
                        </a:rPr>
                        <a:t>This paper presents a comprehensive survey on the use of deep learning techniques in intrusion detection. The paper focuses on the use of deep neural networks, for network traffic classification and highlights the advantages of using these methods over traditional machine learning techniques. </a:t>
                      </a:r>
                      <a:endParaRPr lang="en-US" dirty="0"/>
                    </a:p>
                  </a:txBody>
                  <a:tcPr/>
                </a:tc>
                <a:extLst>
                  <a:ext uri="{0D108BD9-81ED-4DB2-BD59-A6C34878D82A}">
                    <a16:rowId xmlns:a16="http://schemas.microsoft.com/office/drawing/2014/main" val="3901232553"/>
                  </a:ext>
                </a:extLst>
              </a:tr>
              <a:tr h="1429368">
                <a:tc>
                  <a:txBody>
                    <a:bodyPr/>
                    <a:lstStyle/>
                    <a:p>
                      <a:pPr algn="ctr"/>
                      <a:r>
                        <a:rPr lang="en-US" dirty="0"/>
                        <a:t>2.</a:t>
                      </a:r>
                    </a:p>
                  </a:txBody>
                  <a:tcPr/>
                </a:tc>
                <a:tc>
                  <a:txBody>
                    <a:bodyPr/>
                    <a:lstStyle/>
                    <a:p>
                      <a:pPr lvl="0" algn="l">
                        <a:lnSpc>
                          <a:spcPct val="100000"/>
                        </a:lnSpc>
                        <a:spcBef>
                          <a:spcPts val="0"/>
                        </a:spcBef>
                        <a:spcAft>
                          <a:spcPts val="0"/>
                        </a:spcAft>
                        <a:buNone/>
                      </a:pPr>
                      <a:r>
                        <a:rPr lang="en-US" sz="1800" b="0" i="0" u="none" strike="noStrike" noProof="0" dirty="0">
                          <a:latin typeface="Gill Sans MT"/>
                        </a:rPr>
                        <a:t>HCRNNIDS: Hybrid Convolutional Recurrent Neural Network-Based Network Intrusion Detection System </a:t>
                      </a:r>
                      <a:endParaRPr lang="en-US" dirty="0"/>
                    </a:p>
                  </a:txBody>
                  <a:tcPr/>
                </a:tc>
                <a:tc>
                  <a:txBody>
                    <a:bodyPr/>
                    <a:lstStyle/>
                    <a:p>
                      <a:pPr lvl="0">
                        <a:buNone/>
                      </a:pPr>
                      <a:r>
                        <a:rPr lang="en-US" sz="1800" b="0" i="0" u="none" strike="noStrike" noProof="0" dirty="0">
                          <a:latin typeface="Gill Sans MT"/>
                        </a:rPr>
                        <a:t>The authors propose a hybrid model that combines convolutional neural networks and recurrent neural networks for extracting features from network traffic and classifying it as either benign or malicious. The system is trained on a dataset of network traffic data, including both benign and malicious traffic, </a:t>
                      </a:r>
                      <a:endParaRPr lang="en-US"/>
                    </a:p>
                  </a:txBody>
                  <a:tcPr/>
                </a:tc>
                <a:extLst>
                  <a:ext uri="{0D108BD9-81ED-4DB2-BD59-A6C34878D82A}">
                    <a16:rowId xmlns:a16="http://schemas.microsoft.com/office/drawing/2014/main" val="1534994521"/>
                  </a:ext>
                </a:extLst>
              </a:tr>
              <a:tr h="1657585">
                <a:tc>
                  <a:txBody>
                    <a:bodyPr/>
                    <a:lstStyle/>
                    <a:p>
                      <a:pPr algn="ctr"/>
                      <a:r>
                        <a:rPr lang="en-US" dirty="0"/>
                        <a:t>3.</a:t>
                      </a:r>
                    </a:p>
                  </a:txBody>
                  <a:tcPr/>
                </a:tc>
                <a:tc>
                  <a:txBody>
                    <a:bodyPr/>
                    <a:lstStyle/>
                    <a:p>
                      <a:pPr lvl="0">
                        <a:buNone/>
                      </a:pPr>
                      <a:r>
                        <a:rPr lang="en-US" sz="1800" b="0" i="0" u="none" strike="noStrike" noProof="0" dirty="0">
                          <a:latin typeface="Gill Sans MT"/>
                        </a:rPr>
                        <a:t>Malware Traffic Classification Using Convolutional Neural Network for Representation Learning</a:t>
                      </a:r>
                      <a:endParaRPr lang="en-US" dirty="0"/>
                    </a:p>
                  </a:txBody>
                  <a:tcPr/>
                </a:tc>
                <a:tc>
                  <a:txBody>
                    <a:bodyPr/>
                    <a:lstStyle/>
                    <a:p>
                      <a:pPr lvl="0">
                        <a:buNone/>
                      </a:pPr>
                      <a:r>
                        <a:rPr lang="en-US" sz="1800" b="0" i="0" u="none" strike="noStrike" noProof="0" dirty="0">
                          <a:latin typeface="Gill Sans MT"/>
                        </a:rPr>
                        <a:t>In  this  paper  they first  presented  a  new  taxonomy  of  traffic  classification  from  an  artificial  intelligence  perspective,  and  then  proposed  a  malware traffic  classification  method.  This method needed no hand-designed features but directly took raw traffic as input data of classifier.</a:t>
                      </a:r>
                      <a:endParaRPr lang="en-US" dirty="0"/>
                    </a:p>
                  </a:txBody>
                  <a:tcPr/>
                </a:tc>
                <a:extLst>
                  <a:ext uri="{0D108BD9-81ED-4DB2-BD59-A6C34878D82A}">
                    <a16:rowId xmlns:a16="http://schemas.microsoft.com/office/drawing/2014/main" val="4232032227"/>
                  </a:ext>
                </a:extLst>
              </a:tr>
            </a:tbl>
          </a:graphicData>
        </a:graphic>
      </p:graphicFrame>
    </p:spTree>
    <p:extLst>
      <p:ext uri="{BB962C8B-B14F-4D97-AF65-F5344CB8AC3E}">
        <p14:creationId xmlns:p14="http://schemas.microsoft.com/office/powerpoint/2010/main" val="3411317075"/>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EBF548-A875-4FFB-AA7A-B5951B2379FE}"/>
              </a:ext>
            </a:extLst>
          </p:cNvPr>
          <p:cNvSpPr>
            <a:spLocks noGrp="1"/>
          </p:cNvSpPr>
          <p:nvPr>
            <p:ph type="title"/>
          </p:nvPr>
        </p:nvSpPr>
        <p:spPr/>
        <p:txBody>
          <a:bodyPr/>
          <a:lstStyle/>
          <a:p>
            <a:pPr algn="ctr"/>
            <a:r>
              <a:rPr lang="en-IN" dirty="0">
                <a:latin typeface="Times New Roman"/>
                <a:cs typeface="Times New Roman"/>
              </a:rPr>
              <a:t>Existing work with limitations</a:t>
            </a:r>
            <a:endParaRPr lang="en-US" dirty="0"/>
          </a:p>
        </p:txBody>
      </p:sp>
      <p:sp>
        <p:nvSpPr>
          <p:cNvPr id="7" name="Slide Number Placeholder 6">
            <a:extLst>
              <a:ext uri="{FF2B5EF4-FFF2-40B4-BE49-F238E27FC236}">
                <a16:creationId xmlns:a16="http://schemas.microsoft.com/office/drawing/2014/main" id="{F43C1332-C1F2-4BD8-BDF6-8EF3B84867EB}"/>
              </a:ext>
            </a:extLst>
          </p:cNvPr>
          <p:cNvSpPr>
            <a:spLocks noGrp="1"/>
          </p:cNvSpPr>
          <p:nvPr>
            <p:ph type="sldNum" sz="quarter" idx="4"/>
          </p:nvPr>
        </p:nvSpPr>
        <p:spPr/>
        <p:txBody>
          <a:bodyPr/>
          <a:lstStyle/>
          <a:p>
            <a:r>
              <a:rPr lang="en-IN" dirty="0"/>
              <a:t>#</a:t>
            </a:r>
            <a:fld id="{E3E7CEFA-4988-41BA-AD35-C10C92633637}" type="slidenum">
              <a:rPr lang="en-IN" smtClean="0"/>
              <a:pPr/>
              <a:t>7</a:t>
            </a:fld>
            <a:endParaRPr lang="en-IN" dirty="0"/>
          </a:p>
        </p:txBody>
      </p:sp>
      <p:sp>
        <p:nvSpPr>
          <p:cNvPr id="3" name="Content Placeholder 2">
            <a:extLst>
              <a:ext uri="{FF2B5EF4-FFF2-40B4-BE49-F238E27FC236}">
                <a16:creationId xmlns:a16="http://schemas.microsoft.com/office/drawing/2014/main" id="{CE486922-A3FC-032E-432F-CDF48ACA5699}"/>
              </a:ext>
            </a:extLst>
          </p:cNvPr>
          <p:cNvSpPr>
            <a:spLocks noGrp="1"/>
          </p:cNvSpPr>
          <p:nvPr>
            <p:ph idx="1"/>
          </p:nvPr>
        </p:nvSpPr>
        <p:spPr/>
        <p:txBody>
          <a:bodyPr vert="horz" lIns="91440" tIns="45720" rIns="91440" bIns="45720" rtlCol="0" anchor="t">
            <a:normAutofit/>
          </a:bodyPr>
          <a:lstStyle/>
          <a:p>
            <a:endParaRPr lang="en-IN" dirty="0">
              <a:ea typeface="+mn-lt"/>
              <a:cs typeface="+mn-lt"/>
            </a:endParaRPr>
          </a:p>
          <a:p>
            <a:r>
              <a:rPr lang="en-IN" dirty="0">
                <a:ea typeface="+mn-lt"/>
                <a:cs typeface="+mn-lt"/>
              </a:rPr>
              <a:t>People have used many different traffic classifications like Rule-based, Classic machine-learning approach and Representational learning. </a:t>
            </a:r>
            <a:endParaRPr lang="en-IN">
              <a:ea typeface="+mn-lt"/>
            </a:endParaRPr>
          </a:p>
          <a:p>
            <a:pPr marL="0" indent="0">
              <a:buNone/>
            </a:pPr>
            <a:endParaRPr lang="en-IN" dirty="0">
              <a:ea typeface="+mn-lt"/>
              <a:cs typeface="+mn-lt"/>
            </a:endParaRPr>
          </a:p>
          <a:p>
            <a:r>
              <a:rPr lang="en-IN" dirty="0">
                <a:ea typeface="+mn-lt"/>
                <a:cs typeface="+mn-lt"/>
              </a:rPr>
              <a:t>In rule based they have used hard-designed data rather than using the raw one .</a:t>
            </a:r>
            <a:endParaRPr lang="en-IN" dirty="0">
              <a:ea typeface="+mn-lt"/>
            </a:endParaRPr>
          </a:p>
          <a:p>
            <a:pPr marL="0" indent="0">
              <a:buNone/>
            </a:pPr>
            <a:endParaRPr lang="en-IN" dirty="0">
              <a:ea typeface="+mn-lt"/>
              <a:cs typeface="+mn-lt"/>
            </a:endParaRPr>
          </a:p>
          <a:p>
            <a:r>
              <a:rPr lang="en-IN" dirty="0">
                <a:ea typeface="+mn-lt"/>
                <a:cs typeface="+mn-lt"/>
              </a:rPr>
              <a:t>In representational based there are no hardcoded features and mapping. Use of CNN for traffic classification has been made where the incoming packets are classified based on image as an input. They have an accuracy of 99%. But they faced a problem taking the packets live through the firewall.</a:t>
            </a:r>
            <a:endParaRPr lang="en-IN" dirty="0"/>
          </a:p>
        </p:txBody>
      </p:sp>
    </p:spTree>
    <p:extLst>
      <p:ext uri="{BB962C8B-B14F-4D97-AF65-F5344CB8AC3E}">
        <p14:creationId xmlns:p14="http://schemas.microsoft.com/office/powerpoint/2010/main" val="2874149471"/>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EBF548-A875-4FFB-AA7A-B5951B2379FE}"/>
              </a:ext>
            </a:extLst>
          </p:cNvPr>
          <p:cNvSpPr>
            <a:spLocks noGrp="1"/>
          </p:cNvSpPr>
          <p:nvPr>
            <p:ph type="title"/>
          </p:nvPr>
        </p:nvSpPr>
        <p:spPr/>
        <p:txBody>
          <a:bodyPr/>
          <a:lstStyle/>
          <a:p>
            <a:pPr algn="ctr"/>
            <a:r>
              <a:rPr lang="en-IN" dirty="0">
                <a:latin typeface="Times New Roman"/>
                <a:cs typeface="Times New Roman"/>
              </a:rPr>
              <a:t>Proposed Work</a:t>
            </a:r>
            <a:endParaRPr lang="en-US" dirty="0"/>
          </a:p>
        </p:txBody>
      </p:sp>
      <p:sp>
        <p:nvSpPr>
          <p:cNvPr id="7" name="Slide Number Placeholder 6">
            <a:extLst>
              <a:ext uri="{FF2B5EF4-FFF2-40B4-BE49-F238E27FC236}">
                <a16:creationId xmlns:a16="http://schemas.microsoft.com/office/drawing/2014/main" id="{F43C1332-C1F2-4BD8-BDF6-8EF3B84867EB}"/>
              </a:ext>
            </a:extLst>
          </p:cNvPr>
          <p:cNvSpPr>
            <a:spLocks noGrp="1"/>
          </p:cNvSpPr>
          <p:nvPr>
            <p:ph type="sldNum" sz="quarter" idx="4"/>
          </p:nvPr>
        </p:nvSpPr>
        <p:spPr/>
        <p:txBody>
          <a:bodyPr/>
          <a:lstStyle/>
          <a:p>
            <a:r>
              <a:rPr lang="en-IN" dirty="0"/>
              <a:t>#</a:t>
            </a:r>
            <a:fld id="{E3E7CEFA-4988-41BA-AD35-C10C92633637}" type="slidenum">
              <a:rPr lang="en-IN" smtClean="0"/>
              <a:pPr/>
              <a:t>8</a:t>
            </a:fld>
            <a:endParaRPr lang="en-IN" dirty="0"/>
          </a:p>
        </p:txBody>
      </p:sp>
      <p:sp>
        <p:nvSpPr>
          <p:cNvPr id="3" name="Content Placeholder 2">
            <a:extLst>
              <a:ext uri="{FF2B5EF4-FFF2-40B4-BE49-F238E27FC236}">
                <a16:creationId xmlns:a16="http://schemas.microsoft.com/office/drawing/2014/main" id="{CE486922-A3FC-032E-432F-CDF48ACA5699}"/>
              </a:ext>
            </a:extLst>
          </p:cNvPr>
          <p:cNvSpPr>
            <a:spLocks noGrp="1"/>
          </p:cNvSpPr>
          <p:nvPr>
            <p:ph idx="1"/>
          </p:nvPr>
        </p:nvSpPr>
        <p:spPr/>
        <p:txBody>
          <a:bodyPr vert="horz" lIns="91440" tIns="45720" rIns="91440" bIns="45720" rtlCol="0" anchor="t">
            <a:normAutofit/>
          </a:bodyPr>
          <a:lstStyle/>
          <a:p>
            <a:endParaRPr lang="en-IN" dirty="0">
              <a:ea typeface="+mn-lt"/>
              <a:cs typeface="+mn-lt"/>
            </a:endParaRPr>
          </a:p>
          <a:p>
            <a:r>
              <a:rPr lang="en-IN" dirty="0">
                <a:ea typeface="+mn-lt"/>
                <a:cs typeface="+mn-lt"/>
              </a:rPr>
              <a:t>For training we will take the incoming traffic and do some data pre-processing over it ,for example, removing duplicate files. We then will feed the data from CICIDS-2017 dataset, linearly to the CNN and RNN models successively.</a:t>
            </a:r>
            <a:endParaRPr lang="en-IN" dirty="0"/>
          </a:p>
          <a:p>
            <a:endParaRPr lang="en-IN" dirty="0">
              <a:ea typeface="+mn-lt"/>
              <a:cs typeface="+mn-lt"/>
            </a:endParaRPr>
          </a:p>
          <a:p>
            <a:r>
              <a:rPr lang="en-IN" dirty="0">
                <a:ea typeface="+mn-lt"/>
                <a:cs typeface="+mn-lt"/>
              </a:rPr>
              <a:t>For testing we will take live input through the firewall and do the same as we did it for training and if malicious packet is found then the user will have the privilege to decide whether to block that packet or not.</a:t>
            </a:r>
            <a:endParaRPr lang="en-IN" dirty="0"/>
          </a:p>
          <a:p>
            <a:pPr marL="0" indent="0">
              <a:buNone/>
            </a:pPr>
            <a:endParaRPr lang="en-US" dirty="0"/>
          </a:p>
        </p:txBody>
      </p:sp>
    </p:spTree>
    <p:extLst>
      <p:ext uri="{BB962C8B-B14F-4D97-AF65-F5344CB8AC3E}">
        <p14:creationId xmlns:p14="http://schemas.microsoft.com/office/powerpoint/2010/main" val="2302051367"/>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EBF548-A875-4FFB-AA7A-B5951B2379FE}"/>
              </a:ext>
            </a:extLst>
          </p:cNvPr>
          <p:cNvSpPr>
            <a:spLocks noGrp="1"/>
          </p:cNvSpPr>
          <p:nvPr>
            <p:ph type="title"/>
          </p:nvPr>
        </p:nvSpPr>
        <p:spPr/>
        <p:txBody>
          <a:bodyPr/>
          <a:lstStyle/>
          <a:p>
            <a:pPr algn="ctr"/>
            <a:r>
              <a:rPr lang="en-US" dirty="0">
                <a:latin typeface="Times New Roman"/>
                <a:cs typeface="Times New Roman"/>
              </a:rPr>
              <a:t>Novelty of the Project</a:t>
            </a:r>
            <a:endParaRPr lang="en-US" dirty="0"/>
          </a:p>
        </p:txBody>
      </p:sp>
      <p:sp>
        <p:nvSpPr>
          <p:cNvPr id="7" name="Slide Number Placeholder 6">
            <a:extLst>
              <a:ext uri="{FF2B5EF4-FFF2-40B4-BE49-F238E27FC236}">
                <a16:creationId xmlns:a16="http://schemas.microsoft.com/office/drawing/2014/main" id="{F43C1332-C1F2-4BD8-BDF6-8EF3B84867EB}"/>
              </a:ext>
            </a:extLst>
          </p:cNvPr>
          <p:cNvSpPr>
            <a:spLocks noGrp="1"/>
          </p:cNvSpPr>
          <p:nvPr>
            <p:ph type="sldNum" sz="quarter" idx="4"/>
          </p:nvPr>
        </p:nvSpPr>
        <p:spPr/>
        <p:txBody>
          <a:bodyPr/>
          <a:lstStyle/>
          <a:p>
            <a:r>
              <a:rPr lang="en-IN" dirty="0"/>
              <a:t>#</a:t>
            </a:r>
            <a:fld id="{E3E7CEFA-4988-41BA-AD35-C10C92633637}" type="slidenum">
              <a:rPr lang="en-IN" smtClean="0"/>
              <a:pPr/>
              <a:t>9</a:t>
            </a:fld>
            <a:endParaRPr lang="en-IN" dirty="0"/>
          </a:p>
        </p:txBody>
      </p:sp>
      <p:sp>
        <p:nvSpPr>
          <p:cNvPr id="3" name="Content Placeholder 2">
            <a:extLst>
              <a:ext uri="{FF2B5EF4-FFF2-40B4-BE49-F238E27FC236}">
                <a16:creationId xmlns:a16="http://schemas.microsoft.com/office/drawing/2014/main" id="{CE486922-A3FC-032E-432F-CDF48ACA5699}"/>
              </a:ext>
            </a:extLst>
          </p:cNvPr>
          <p:cNvSpPr>
            <a:spLocks noGrp="1"/>
          </p:cNvSpPr>
          <p:nvPr>
            <p:ph idx="1"/>
          </p:nvPr>
        </p:nvSpPr>
        <p:spPr/>
        <p:txBody>
          <a:bodyPr vert="horz" lIns="91440" tIns="45720" rIns="91440" bIns="45720" rtlCol="0" anchor="t">
            <a:normAutofit/>
          </a:bodyPr>
          <a:lstStyle/>
          <a:p>
            <a:endParaRPr lang="en-IN" dirty="0">
              <a:cs typeface="Arial"/>
            </a:endParaRPr>
          </a:p>
          <a:p>
            <a:r>
              <a:rPr lang="en-IN" dirty="0">
                <a:cs typeface="Arial"/>
              </a:rPr>
              <a:t>We will work on the live packets , and this idea was not used by any of the researches conducted till date.</a:t>
            </a:r>
            <a:endParaRPr lang="en-IN" dirty="0"/>
          </a:p>
          <a:p>
            <a:endParaRPr lang="en-IN" dirty="0">
              <a:cs typeface="Arial"/>
            </a:endParaRPr>
          </a:p>
          <a:p>
            <a:r>
              <a:rPr lang="en-IN" dirty="0">
                <a:cs typeface="Arial"/>
              </a:rPr>
              <a:t>We gave privilege to the user so that they can decide what to do with that packet.</a:t>
            </a:r>
          </a:p>
          <a:p>
            <a:endParaRPr lang="en-IN" dirty="0">
              <a:cs typeface="Arial"/>
            </a:endParaRPr>
          </a:p>
          <a:p>
            <a:r>
              <a:rPr lang="en-IN" dirty="0">
                <a:cs typeface="Arial"/>
              </a:rPr>
              <a:t>We have added RNN to the system architecture and fed the data in a linearly way to the Conv1D model.</a:t>
            </a:r>
            <a:endParaRPr lang="en-IN" dirty="0"/>
          </a:p>
        </p:txBody>
      </p:sp>
    </p:spTree>
    <p:extLst>
      <p:ext uri="{BB962C8B-B14F-4D97-AF65-F5344CB8AC3E}">
        <p14:creationId xmlns:p14="http://schemas.microsoft.com/office/powerpoint/2010/main" val="2442378197"/>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EBF548-A875-4FFB-AA7A-B5951B2379FE}"/>
              </a:ext>
            </a:extLst>
          </p:cNvPr>
          <p:cNvSpPr>
            <a:spLocks noGrp="1"/>
          </p:cNvSpPr>
          <p:nvPr>
            <p:ph type="title"/>
          </p:nvPr>
        </p:nvSpPr>
        <p:spPr/>
        <p:txBody>
          <a:bodyPr/>
          <a:lstStyle/>
          <a:p>
            <a:pPr algn="ctr"/>
            <a:r>
              <a:rPr lang="en-US" dirty="0">
                <a:latin typeface="Times New Roman"/>
                <a:cs typeface="Times New Roman"/>
              </a:rPr>
              <a:t>Software and hardware Requirement</a:t>
            </a:r>
            <a:endParaRPr lang="en-US" dirty="0"/>
          </a:p>
        </p:txBody>
      </p:sp>
      <p:sp>
        <p:nvSpPr>
          <p:cNvPr id="7" name="Slide Number Placeholder 6">
            <a:extLst>
              <a:ext uri="{FF2B5EF4-FFF2-40B4-BE49-F238E27FC236}">
                <a16:creationId xmlns:a16="http://schemas.microsoft.com/office/drawing/2014/main" id="{F43C1332-C1F2-4BD8-BDF6-8EF3B84867EB}"/>
              </a:ext>
            </a:extLst>
          </p:cNvPr>
          <p:cNvSpPr>
            <a:spLocks noGrp="1"/>
          </p:cNvSpPr>
          <p:nvPr>
            <p:ph type="sldNum" sz="quarter" idx="4"/>
          </p:nvPr>
        </p:nvSpPr>
        <p:spPr/>
        <p:txBody>
          <a:bodyPr/>
          <a:lstStyle/>
          <a:p>
            <a:r>
              <a:rPr lang="en-IN" dirty="0"/>
              <a:t>#</a:t>
            </a:r>
            <a:fld id="{E3E7CEFA-4988-41BA-AD35-C10C92633637}" type="slidenum">
              <a:rPr lang="en-IN" smtClean="0"/>
              <a:pPr/>
              <a:t>10</a:t>
            </a:fld>
            <a:endParaRPr lang="en-IN" dirty="0"/>
          </a:p>
        </p:txBody>
      </p:sp>
      <p:sp>
        <p:nvSpPr>
          <p:cNvPr id="3" name="Content Placeholder 2">
            <a:extLst>
              <a:ext uri="{FF2B5EF4-FFF2-40B4-BE49-F238E27FC236}">
                <a16:creationId xmlns:a16="http://schemas.microsoft.com/office/drawing/2014/main" id="{CE486922-A3FC-032E-432F-CDF48ACA5699}"/>
              </a:ext>
            </a:extLst>
          </p:cNvPr>
          <p:cNvSpPr>
            <a:spLocks noGrp="1"/>
          </p:cNvSpPr>
          <p:nvPr>
            <p:ph idx="1"/>
          </p:nvPr>
        </p:nvSpPr>
        <p:spPr>
          <a:xfrm>
            <a:off x="646981" y="897147"/>
            <a:ext cx="10601863" cy="4972634"/>
          </a:xfrm>
        </p:spPr>
        <p:txBody>
          <a:bodyPr vert="horz" lIns="91440" tIns="45720" rIns="91440" bIns="45720" rtlCol="0" anchor="t">
            <a:normAutofit/>
          </a:bodyPr>
          <a:lstStyle/>
          <a:p>
            <a:r>
              <a:rPr lang="en-US" dirty="0"/>
              <a:t>Software Required:</a:t>
            </a:r>
          </a:p>
          <a:p>
            <a:pPr marL="457200" indent="-457200">
              <a:buFont typeface="+mj-lt"/>
              <a:buAutoNum type="arabicPeriod"/>
            </a:pPr>
            <a:r>
              <a:rPr lang="en-US" dirty="0"/>
              <a:t>Jupyter Notebook</a:t>
            </a:r>
          </a:p>
          <a:p>
            <a:pPr marL="457200" indent="-457200">
              <a:buFont typeface="+mj-lt"/>
              <a:buAutoNum type="arabicPeriod"/>
            </a:pPr>
            <a:r>
              <a:rPr lang="en-US" dirty="0"/>
              <a:t>Anaconda Navigator</a:t>
            </a:r>
          </a:p>
          <a:p>
            <a:pPr marL="457200" indent="-457200">
              <a:buFont typeface="+mj-lt"/>
              <a:buAutoNum type="arabicPeriod"/>
            </a:pPr>
            <a:endParaRPr lang="en-US" dirty="0"/>
          </a:p>
          <a:p>
            <a:r>
              <a:rPr lang="en-US" dirty="0"/>
              <a:t>Main Libraries Required:</a:t>
            </a:r>
          </a:p>
          <a:p>
            <a:pPr marL="457200" indent="-457200">
              <a:buFont typeface="+mj-lt"/>
              <a:buAutoNum type="arabicPeriod"/>
            </a:pPr>
            <a:r>
              <a:rPr lang="en-US" dirty="0"/>
              <a:t>Convoluted Neural Networks library</a:t>
            </a:r>
          </a:p>
          <a:p>
            <a:pPr marL="457200" indent="-457200">
              <a:buFont typeface="+mj-lt"/>
              <a:buAutoNum type="arabicPeriod"/>
            </a:pPr>
            <a:r>
              <a:rPr lang="en-US" dirty="0"/>
              <a:t>Recurrent Neural Networks library </a:t>
            </a:r>
          </a:p>
          <a:p>
            <a:pPr marL="457200" indent="-457200">
              <a:buFont typeface="+mj-lt"/>
              <a:buAutoNum type="arabicPeriod"/>
            </a:pPr>
            <a:r>
              <a:rPr lang="en-US" dirty="0" err="1">
                <a:cs typeface="Arial"/>
              </a:rPr>
              <a:t>Scapy</a:t>
            </a:r>
            <a:r>
              <a:rPr lang="en-US" dirty="0">
                <a:cs typeface="Arial"/>
              </a:rPr>
              <a:t> library </a:t>
            </a:r>
            <a:endParaRPr lang="en-US" dirty="0"/>
          </a:p>
          <a:p>
            <a:pPr marL="457200" indent="-457200">
              <a:buFont typeface="+mj-lt"/>
              <a:buAutoNum type="arabicPeriod"/>
            </a:pPr>
            <a:endParaRPr lang="en-US" dirty="0"/>
          </a:p>
          <a:p>
            <a:r>
              <a:rPr lang="en-US" dirty="0">
                <a:cs typeface="Arial"/>
              </a:rPr>
              <a:t>Datasets - CICIDS2017</a:t>
            </a:r>
            <a:endParaRPr lang="en-US" dirty="0"/>
          </a:p>
          <a:p>
            <a:pPr marL="457200" indent="-457200">
              <a:buFont typeface="+mj-lt"/>
              <a:buAutoNum type="arabicPeriod"/>
            </a:pPr>
            <a:endParaRPr lang="en-US" dirty="0"/>
          </a:p>
          <a:p>
            <a:pPr marL="0" indent="0">
              <a:buNone/>
            </a:pPr>
            <a:endParaRPr lang="en-US" dirty="0"/>
          </a:p>
          <a:p>
            <a:pPr marL="457200" indent="-457200">
              <a:buFont typeface="+mj-lt"/>
              <a:buAutoNum type="arabicPeriod"/>
            </a:pPr>
            <a:endParaRPr lang="en-US" dirty="0"/>
          </a:p>
        </p:txBody>
      </p:sp>
    </p:spTree>
    <p:extLst>
      <p:ext uri="{BB962C8B-B14F-4D97-AF65-F5344CB8AC3E}">
        <p14:creationId xmlns:p14="http://schemas.microsoft.com/office/powerpoint/2010/main" val="2175230734"/>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EBF548-A875-4FFB-AA7A-B5951B2379FE}"/>
              </a:ext>
            </a:extLst>
          </p:cNvPr>
          <p:cNvSpPr>
            <a:spLocks noGrp="1"/>
          </p:cNvSpPr>
          <p:nvPr>
            <p:ph type="title"/>
          </p:nvPr>
        </p:nvSpPr>
        <p:spPr/>
        <p:txBody>
          <a:bodyPr/>
          <a:lstStyle/>
          <a:p>
            <a:pPr algn="ctr"/>
            <a:r>
              <a:rPr lang="en-US" dirty="0">
                <a:latin typeface="Times New Roman"/>
                <a:cs typeface="Times New Roman"/>
              </a:rPr>
              <a:t>System architecture</a:t>
            </a:r>
            <a:endParaRPr lang="en-US" dirty="0"/>
          </a:p>
        </p:txBody>
      </p:sp>
      <p:sp>
        <p:nvSpPr>
          <p:cNvPr id="7" name="Slide Number Placeholder 6">
            <a:extLst>
              <a:ext uri="{FF2B5EF4-FFF2-40B4-BE49-F238E27FC236}">
                <a16:creationId xmlns:a16="http://schemas.microsoft.com/office/drawing/2014/main" id="{F43C1332-C1F2-4BD8-BDF6-8EF3B84867EB}"/>
              </a:ext>
            </a:extLst>
          </p:cNvPr>
          <p:cNvSpPr>
            <a:spLocks noGrp="1"/>
          </p:cNvSpPr>
          <p:nvPr>
            <p:ph type="sldNum" sz="quarter" idx="4"/>
          </p:nvPr>
        </p:nvSpPr>
        <p:spPr/>
        <p:txBody>
          <a:bodyPr/>
          <a:lstStyle/>
          <a:p>
            <a:r>
              <a:rPr lang="en-IN" dirty="0"/>
              <a:t>#</a:t>
            </a:r>
            <a:fld id="{E3E7CEFA-4988-41BA-AD35-C10C92633637}" type="slidenum">
              <a:rPr lang="en-IN" smtClean="0"/>
              <a:pPr/>
              <a:t>11</a:t>
            </a:fld>
            <a:endParaRPr lang="en-IN" dirty="0"/>
          </a:p>
        </p:txBody>
      </p:sp>
      <p:pic>
        <p:nvPicPr>
          <p:cNvPr id="6" name="Picture 7" descr="Diagram&#10;&#10;Description automatically generated">
            <a:extLst>
              <a:ext uri="{FF2B5EF4-FFF2-40B4-BE49-F238E27FC236}">
                <a16:creationId xmlns:a16="http://schemas.microsoft.com/office/drawing/2014/main" id="{358786B1-051D-FC4D-256D-63F018AE40C6}"/>
              </a:ext>
            </a:extLst>
          </p:cNvPr>
          <p:cNvPicPr>
            <a:picLocks noGrp="1" noChangeAspect="1"/>
          </p:cNvPicPr>
          <p:nvPr>
            <p:ph idx="1"/>
          </p:nvPr>
        </p:nvPicPr>
        <p:blipFill>
          <a:blip r:embed="rId2"/>
          <a:stretch>
            <a:fillRect/>
          </a:stretch>
        </p:blipFill>
        <p:spPr>
          <a:xfrm>
            <a:off x="643278" y="1626959"/>
            <a:ext cx="10598521" cy="3621546"/>
          </a:xfrm>
        </p:spPr>
      </p:pic>
    </p:spTree>
    <p:extLst>
      <p:ext uri="{BB962C8B-B14F-4D97-AF65-F5344CB8AC3E}">
        <p14:creationId xmlns:p14="http://schemas.microsoft.com/office/powerpoint/2010/main" val="2934964852"/>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ED835-64A0-33F9-8D73-F81E80A2DB31}"/>
              </a:ext>
            </a:extLst>
          </p:cNvPr>
          <p:cNvSpPr>
            <a:spLocks noGrp="1"/>
          </p:cNvSpPr>
          <p:nvPr>
            <p:ph type="title"/>
          </p:nvPr>
        </p:nvSpPr>
        <p:spPr/>
        <p:txBody>
          <a:bodyPr/>
          <a:lstStyle/>
          <a:p>
            <a:pPr algn="ctr"/>
            <a:r>
              <a:rPr lang="en-GB" dirty="0">
                <a:latin typeface="Times New Roman"/>
                <a:cs typeface="Times New Roman"/>
              </a:rPr>
              <a:t>Implementation and results</a:t>
            </a:r>
            <a:endParaRPr lang="en-US" dirty="0"/>
          </a:p>
        </p:txBody>
      </p:sp>
      <p:sp>
        <p:nvSpPr>
          <p:cNvPr id="4" name="Slide Number Placeholder 3">
            <a:extLst>
              <a:ext uri="{FF2B5EF4-FFF2-40B4-BE49-F238E27FC236}">
                <a16:creationId xmlns:a16="http://schemas.microsoft.com/office/drawing/2014/main" id="{3DD5DD8C-A84B-0049-7E08-F2A0A6C7EE97}"/>
              </a:ext>
            </a:extLst>
          </p:cNvPr>
          <p:cNvSpPr>
            <a:spLocks noGrp="1"/>
          </p:cNvSpPr>
          <p:nvPr>
            <p:ph type="sldNum" sz="quarter" idx="4"/>
          </p:nvPr>
        </p:nvSpPr>
        <p:spPr/>
        <p:txBody>
          <a:bodyPr/>
          <a:lstStyle/>
          <a:p>
            <a:r>
              <a:rPr lang="en-IN" dirty="0"/>
              <a:t>#</a:t>
            </a:r>
            <a:fld id="{E3E7CEFA-4988-41BA-AD35-C10C92633637}" type="slidenum">
              <a:rPr lang="en-IN" smtClean="0"/>
              <a:pPr/>
              <a:t>12</a:t>
            </a:fld>
            <a:endParaRPr lang="en-IN" dirty="0"/>
          </a:p>
        </p:txBody>
      </p:sp>
      <p:pic>
        <p:nvPicPr>
          <p:cNvPr id="11" name="Picture 11" descr="Table&#10;&#10;Description automatically generated">
            <a:extLst>
              <a:ext uri="{FF2B5EF4-FFF2-40B4-BE49-F238E27FC236}">
                <a16:creationId xmlns:a16="http://schemas.microsoft.com/office/drawing/2014/main" id="{8014B6F8-FABF-3B29-6D65-E56BDA6251F0}"/>
              </a:ext>
            </a:extLst>
          </p:cNvPr>
          <p:cNvPicPr>
            <a:picLocks noGrp="1" noChangeAspect="1"/>
          </p:cNvPicPr>
          <p:nvPr>
            <p:ph idx="1"/>
          </p:nvPr>
        </p:nvPicPr>
        <p:blipFill>
          <a:blip r:embed="rId2"/>
          <a:stretch>
            <a:fillRect/>
          </a:stretch>
        </p:blipFill>
        <p:spPr>
          <a:xfrm>
            <a:off x="3714980" y="1024479"/>
            <a:ext cx="4465864" cy="4664528"/>
          </a:xfrm>
        </p:spPr>
      </p:pic>
    </p:spTree>
    <p:extLst>
      <p:ext uri="{BB962C8B-B14F-4D97-AF65-F5344CB8AC3E}">
        <p14:creationId xmlns:p14="http://schemas.microsoft.com/office/powerpoint/2010/main" val="3625389788"/>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D7E24-FC70-B934-D585-1294726E39D3}"/>
              </a:ext>
            </a:extLst>
          </p:cNvPr>
          <p:cNvSpPr>
            <a:spLocks noGrp="1"/>
          </p:cNvSpPr>
          <p:nvPr>
            <p:ph type="title"/>
          </p:nvPr>
        </p:nvSpPr>
        <p:spPr/>
        <p:txBody>
          <a:bodyPr/>
          <a:lstStyle/>
          <a:p>
            <a:endParaRPr lang="en-US"/>
          </a:p>
        </p:txBody>
      </p:sp>
      <p:pic>
        <p:nvPicPr>
          <p:cNvPr id="5" name="Picture 5">
            <a:extLst>
              <a:ext uri="{FF2B5EF4-FFF2-40B4-BE49-F238E27FC236}">
                <a16:creationId xmlns:a16="http://schemas.microsoft.com/office/drawing/2014/main" id="{AFDA9170-D277-CEDC-445A-27A95C33C1EE}"/>
              </a:ext>
            </a:extLst>
          </p:cNvPr>
          <p:cNvPicPr>
            <a:picLocks noGrp="1" noChangeAspect="1"/>
          </p:cNvPicPr>
          <p:nvPr>
            <p:ph idx="1"/>
          </p:nvPr>
        </p:nvPicPr>
        <p:blipFill>
          <a:blip r:embed="rId2"/>
          <a:stretch>
            <a:fillRect/>
          </a:stretch>
        </p:blipFill>
        <p:spPr>
          <a:xfrm>
            <a:off x="6090909" y="784438"/>
            <a:ext cx="4565340" cy="3708156"/>
          </a:xfrm>
        </p:spPr>
      </p:pic>
      <p:sp>
        <p:nvSpPr>
          <p:cNvPr id="4" name="Slide Number Placeholder 3">
            <a:extLst>
              <a:ext uri="{FF2B5EF4-FFF2-40B4-BE49-F238E27FC236}">
                <a16:creationId xmlns:a16="http://schemas.microsoft.com/office/drawing/2014/main" id="{FD771268-2F73-015C-8F7B-29EC4FFF7201}"/>
              </a:ext>
            </a:extLst>
          </p:cNvPr>
          <p:cNvSpPr>
            <a:spLocks noGrp="1"/>
          </p:cNvSpPr>
          <p:nvPr>
            <p:ph type="sldNum" sz="quarter" idx="4"/>
          </p:nvPr>
        </p:nvSpPr>
        <p:spPr/>
        <p:txBody>
          <a:bodyPr/>
          <a:lstStyle/>
          <a:p>
            <a:r>
              <a:rPr lang="en-IN"/>
              <a:t>#</a:t>
            </a:r>
            <a:fld id="{E3E7CEFA-4988-41BA-AD35-C10C92633637}" type="slidenum">
              <a:rPr lang="en-IN" smtClean="0"/>
              <a:pPr/>
              <a:t>13</a:t>
            </a:fld>
            <a:endParaRPr lang="en-IN"/>
          </a:p>
        </p:txBody>
      </p:sp>
      <p:pic>
        <p:nvPicPr>
          <p:cNvPr id="6" name="Picture 6" descr="Graphical user interface, text, application">
            <a:extLst>
              <a:ext uri="{FF2B5EF4-FFF2-40B4-BE49-F238E27FC236}">
                <a16:creationId xmlns:a16="http://schemas.microsoft.com/office/drawing/2014/main" id="{B0ADAFA5-248B-E172-1285-4477CFE876DC}"/>
              </a:ext>
            </a:extLst>
          </p:cNvPr>
          <p:cNvPicPr>
            <a:picLocks noChangeAspect="1"/>
          </p:cNvPicPr>
          <p:nvPr/>
        </p:nvPicPr>
        <p:blipFill>
          <a:blip r:embed="rId3"/>
          <a:stretch>
            <a:fillRect/>
          </a:stretch>
        </p:blipFill>
        <p:spPr>
          <a:xfrm>
            <a:off x="2533650" y="4557475"/>
            <a:ext cx="6811735" cy="1212872"/>
          </a:xfrm>
          <a:prstGeom prst="rect">
            <a:avLst/>
          </a:prstGeom>
        </p:spPr>
      </p:pic>
      <p:pic>
        <p:nvPicPr>
          <p:cNvPr id="8" name="Picture 5" descr="Table&#10;&#10;Description automatically generated">
            <a:extLst>
              <a:ext uri="{FF2B5EF4-FFF2-40B4-BE49-F238E27FC236}">
                <a16:creationId xmlns:a16="http://schemas.microsoft.com/office/drawing/2014/main" id="{A7B99D8B-7F63-8D0B-1457-7EE0A4BFD7DE}"/>
              </a:ext>
            </a:extLst>
          </p:cNvPr>
          <p:cNvPicPr>
            <a:picLocks noChangeAspect="1"/>
          </p:cNvPicPr>
          <p:nvPr/>
        </p:nvPicPr>
        <p:blipFill>
          <a:blip r:embed="rId4"/>
          <a:stretch>
            <a:fillRect/>
          </a:stretch>
        </p:blipFill>
        <p:spPr>
          <a:xfrm>
            <a:off x="1247898" y="1000513"/>
            <a:ext cx="3916348" cy="3115259"/>
          </a:xfrm>
          <a:prstGeom prst="rect">
            <a:avLst/>
          </a:prstGeom>
        </p:spPr>
      </p:pic>
    </p:spTree>
    <p:extLst>
      <p:ext uri="{BB962C8B-B14F-4D97-AF65-F5344CB8AC3E}">
        <p14:creationId xmlns:p14="http://schemas.microsoft.com/office/powerpoint/2010/main" val="3283930271"/>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EBF548-A875-4FFB-AA7A-B5951B2379FE}"/>
              </a:ext>
            </a:extLst>
          </p:cNvPr>
          <p:cNvSpPr>
            <a:spLocks noGrp="1"/>
          </p:cNvSpPr>
          <p:nvPr>
            <p:ph type="title"/>
          </p:nvPr>
        </p:nvSpPr>
        <p:spPr/>
        <p:txBody>
          <a:bodyPr/>
          <a:lstStyle/>
          <a:p>
            <a:pPr algn="ctr"/>
            <a:r>
              <a:rPr lang="en-US" dirty="0">
                <a:latin typeface="Times New Roman"/>
                <a:cs typeface="Times New Roman"/>
              </a:rPr>
              <a:t>References</a:t>
            </a:r>
            <a:endParaRPr lang="en-US" dirty="0"/>
          </a:p>
        </p:txBody>
      </p:sp>
      <p:sp>
        <p:nvSpPr>
          <p:cNvPr id="7" name="Slide Number Placeholder 6">
            <a:extLst>
              <a:ext uri="{FF2B5EF4-FFF2-40B4-BE49-F238E27FC236}">
                <a16:creationId xmlns:a16="http://schemas.microsoft.com/office/drawing/2014/main" id="{F43C1332-C1F2-4BD8-BDF6-8EF3B84867EB}"/>
              </a:ext>
            </a:extLst>
          </p:cNvPr>
          <p:cNvSpPr>
            <a:spLocks noGrp="1"/>
          </p:cNvSpPr>
          <p:nvPr>
            <p:ph type="sldNum" sz="quarter" idx="4"/>
          </p:nvPr>
        </p:nvSpPr>
        <p:spPr/>
        <p:txBody>
          <a:bodyPr/>
          <a:lstStyle/>
          <a:p>
            <a:r>
              <a:rPr lang="en-IN" dirty="0"/>
              <a:t>#</a:t>
            </a:r>
            <a:fld id="{E3E7CEFA-4988-41BA-AD35-C10C92633637}" type="slidenum">
              <a:rPr lang="en-IN" smtClean="0"/>
              <a:pPr/>
              <a:t>14</a:t>
            </a:fld>
            <a:endParaRPr lang="en-IN" dirty="0"/>
          </a:p>
        </p:txBody>
      </p:sp>
      <p:sp>
        <p:nvSpPr>
          <p:cNvPr id="5" name="Content Placeholder 4">
            <a:extLst>
              <a:ext uri="{FF2B5EF4-FFF2-40B4-BE49-F238E27FC236}">
                <a16:creationId xmlns:a16="http://schemas.microsoft.com/office/drawing/2014/main" id="{EC3C13B7-9D96-61D7-AFC9-91E382B96CA8}"/>
              </a:ext>
            </a:extLst>
          </p:cNvPr>
          <p:cNvSpPr>
            <a:spLocks noGrp="1"/>
          </p:cNvSpPr>
          <p:nvPr>
            <p:ph idx="1"/>
          </p:nvPr>
        </p:nvSpPr>
        <p:spPr/>
        <p:txBody>
          <a:bodyPr vert="horz" lIns="91440" tIns="45720" rIns="91440" bIns="45720" rtlCol="0" anchor="t">
            <a:normAutofit/>
          </a:bodyPr>
          <a:lstStyle/>
          <a:p>
            <a:r>
              <a:rPr lang="en-US" dirty="0">
                <a:ea typeface="+mn-lt"/>
                <a:cs typeface="+mn-lt"/>
                <a:hlinkClick r:id="rId2"/>
              </a:rPr>
              <a:t>https://www.researchgate.net/publication/316176048_Malware_traffic_classification_using_convolutional_neural_network_for_representation_learning</a:t>
            </a:r>
            <a:endParaRPr lang="en-US">
              <a:ea typeface="+mn-lt"/>
            </a:endParaRPr>
          </a:p>
          <a:p>
            <a:r>
              <a:rPr lang="en-US" dirty="0">
                <a:ea typeface="+mn-lt"/>
                <a:cs typeface="+mn-lt"/>
                <a:hlinkClick r:id="rId3"/>
              </a:rPr>
              <a:t>https://www.researchgate.net/publication/327255979_Using_convolutional_neural_networks_for_classification_of_malware_represented_as_images</a:t>
            </a:r>
            <a:endParaRPr lang="en-US" dirty="0">
              <a:ea typeface="+mn-lt"/>
            </a:endParaRPr>
          </a:p>
          <a:p>
            <a:r>
              <a:rPr lang="en-US" dirty="0">
                <a:ea typeface="+mn-lt"/>
                <a:cs typeface="+mn-lt"/>
                <a:hlinkClick r:id="rId4"/>
              </a:rPr>
              <a:t>https://www.researchgate.net/publication/338355873_The_rise_of_machine_learning_for_detection_and_classification_of_malware_Research_developments_trends_and_challenges</a:t>
            </a:r>
            <a:endParaRPr lang="en-US" dirty="0">
              <a:ea typeface="+mn-lt"/>
            </a:endParaRPr>
          </a:p>
          <a:p>
            <a:r>
              <a:rPr lang="en-US" dirty="0">
                <a:ea typeface="+mn-lt"/>
                <a:cs typeface="+mn-lt"/>
                <a:hlinkClick r:id="rId5"/>
              </a:rPr>
              <a:t>https://www.researchgate.net/publication/334698504_A_Review_Paper_of_Malware_Detection_Using_API_Call_Sequences</a:t>
            </a:r>
            <a:endParaRPr lang="en-US" dirty="0">
              <a:ea typeface="+mn-lt"/>
            </a:endParaRPr>
          </a:p>
          <a:p>
            <a:r>
              <a:rPr lang="en-US" dirty="0">
                <a:ea typeface="+mn-lt"/>
                <a:cs typeface="+mn-lt"/>
                <a:hlinkClick r:id="rId6"/>
              </a:rPr>
              <a:t>https://www.sciencedirect.com/science/article/abs/pii/S1361372314705317</a:t>
            </a:r>
            <a:endParaRPr lang="en-US" dirty="0">
              <a:ea typeface="+mn-lt"/>
            </a:endParaRPr>
          </a:p>
          <a:p>
            <a:pPr marL="0" indent="0">
              <a:buNone/>
            </a:pPr>
            <a:r>
              <a:rPr lang="en-US" dirty="0">
                <a:cs typeface="Arial"/>
              </a:rPr>
              <a:t>(Using feature generation from API calls for malware detection).</a:t>
            </a:r>
            <a:endParaRPr lang="en-US" dirty="0"/>
          </a:p>
          <a:p>
            <a:pPr marL="0" indent="0">
              <a:buNone/>
            </a:pPr>
            <a:endParaRPr lang="en-US" dirty="0"/>
          </a:p>
        </p:txBody>
      </p:sp>
    </p:spTree>
    <p:extLst>
      <p:ext uri="{BB962C8B-B14F-4D97-AF65-F5344CB8AC3E}">
        <p14:creationId xmlns:p14="http://schemas.microsoft.com/office/powerpoint/2010/main" val="3588891335"/>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2E0CDC1-A285-4E6B-BBFC-89B2C5545819}"/>
              </a:ext>
            </a:extLst>
          </p:cNvPr>
          <p:cNvSpPr>
            <a:spLocks noGrp="1"/>
          </p:cNvSpPr>
          <p:nvPr>
            <p:ph type="ctrTitle"/>
          </p:nvPr>
        </p:nvSpPr>
        <p:spPr/>
        <p:txBody>
          <a:bodyPr/>
          <a:lstStyle/>
          <a:p>
            <a:r>
              <a:rPr lang="en-US" dirty="0"/>
              <a:t>Thank You</a:t>
            </a:r>
            <a:endParaRPr lang="en-IN" dirty="0"/>
          </a:p>
        </p:txBody>
      </p:sp>
    </p:spTree>
    <p:extLst>
      <p:ext uri="{BB962C8B-B14F-4D97-AF65-F5344CB8AC3E}">
        <p14:creationId xmlns:p14="http://schemas.microsoft.com/office/powerpoint/2010/main" val="7172669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1_Office Them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ill Sans MT">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mrita Digital Campus V1.0" id="{58E84EBF-3C9A-46FA-AC67-01E514AB1B2B}" vid="{BF34DAB5-A2D4-47C4-AD4E-D8DB5419BE7C}"/>
    </a:ext>
  </a:extLst>
</a:theme>
</file>

<file path=ppt/theme/theme2.xml><?xml version="1.0" encoding="utf-8"?>
<a:theme xmlns:a="http://schemas.openxmlformats.org/drawingml/2006/main" name="2_Office Them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ill Sans MT">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mrita Digital Campus V1.0" id="{58E84EBF-3C9A-46FA-AC67-01E514AB1B2B}" vid="{BF34DAB5-A2D4-47C4-AD4E-D8DB5419BE7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D64F7DA5532A145B2B4E51F74365B92" ma:contentTypeVersion="13" ma:contentTypeDescription="Create a new document." ma:contentTypeScope="" ma:versionID="cb142624ca585cdd837dca42bd7c2b18">
  <xsd:schema xmlns:xsd="http://www.w3.org/2001/XMLSchema" xmlns:xs="http://www.w3.org/2001/XMLSchema" xmlns:p="http://schemas.microsoft.com/office/2006/metadata/properties" xmlns:ns2="48cfca89-6678-4bae-9157-fd92215c5456" xmlns:ns3="0872658d-fbfc-4256-b42c-8ad2f8182c13" targetNamespace="http://schemas.microsoft.com/office/2006/metadata/properties" ma:root="true" ma:fieldsID="184f5ba7107550869aced6e4dc1e76b1" ns2:_="" ns3:_="">
    <xsd:import namespace="48cfca89-6678-4bae-9157-fd92215c5456"/>
    <xsd:import namespace="0872658d-fbfc-4256-b42c-8ad2f8182c13"/>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Locatio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cfca89-6678-4bae-9157-fd92215c54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872658d-fbfc-4256-b42c-8ad2f8182c13"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5309BE7-B587-43F4-8592-76B39C023D29}">
  <ds:schemaRefs>
    <ds:schemaRef ds:uri="http://schemas.microsoft.com/sharepoint/v3/contenttype/forms"/>
  </ds:schemaRefs>
</ds:datastoreItem>
</file>

<file path=customXml/itemProps2.xml><?xml version="1.0" encoding="utf-8"?>
<ds:datastoreItem xmlns:ds="http://schemas.openxmlformats.org/officeDocument/2006/customXml" ds:itemID="{532C674B-ACDE-455C-BA7E-ACC458E5BC04}">
  <ds:schemaRefs>
    <ds:schemaRef ds:uri="http://schemas.microsoft.com/office/2006/metadata/properties"/>
    <ds:schemaRef ds:uri="http://www.w3.org/2000/xmlns/"/>
  </ds:schemaRefs>
</ds:datastoreItem>
</file>

<file path=customXml/itemProps3.xml><?xml version="1.0" encoding="utf-8"?>
<ds:datastoreItem xmlns:ds="http://schemas.openxmlformats.org/officeDocument/2006/customXml" ds:itemID="{9BE56D5B-C3A3-4AE7-AFD4-95ED55A9785B}">
  <ds:schemaRefs>
    <ds:schemaRef ds:uri="http://schemas.microsoft.com/office/2006/metadata/contentType"/>
    <ds:schemaRef ds:uri="http://schemas.microsoft.com/office/2006/metadata/properties/metaAttributes"/>
    <ds:schemaRef ds:uri="http://www.w3.org/2000/xmlns/"/>
    <ds:schemaRef ds:uri="http://www.w3.org/2001/XMLSchema"/>
    <ds:schemaRef ds:uri="48cfca89-6678-4bae-9157-fd92215c5456"/>
    <ds:schemaRef ds:uri="0872658d-fbfc-4256-b42c-8ad2f8182c13"/>
  </ds:schemaRefs>
</ds:datastoreItem>
</file>

<file path=docProps/app.xml><?xml version="1.0" encoding="utf-8"?>
<Properties xmlns="http://schemas.openxmlformats.org/officeDocument/2006/extended-properties" xmlns:vt="http://schemas.openxmlformats.org/officeDocument/2006/docPropsVTypes">
  <TotalTime>140</TotalTime>
  <Words>90</Words>
  <Application>Microsoft Office PowerPoint</Application>
  <PresentationFormat>Widescreen</PresentationFormat>
  <Paragraphs>21</Paragraphs>
  <Slides>15</Slides>
  <Notes>0</Notes>
  <HiddenSlides>0</HiddenSlides>
  <MMClips>0</MMClips>
  <ScaleCrop>false</ScaleCrop>
  <HeadingPairs>
    <vt:vector size="4" baseType="variant">
      <vt:variant>
        <vt:lpstr>Theme</vt:lpstr>
      </vt:variant>
      <vt:variant>
        <vt:i4>2</vt:i4>
      </vt:variant>
      <vt:variant>
        <vt:lpstr>Slide Titles</vt:lpstr>
      </vt:variant>
      <vt:variant>
        <vt:i4>15</vt:i4>
      </vt:variant>
    </vt:vector>
  </HeadingPairs>
  <TitlesOfParts>
    <vt:vector size="17" baseType="lpstr">
      <vt:lpstr>1_Office Theme</vt:lpstr>
      <vt:lpstr>2_Office Theme</vt:lpstr>
      <vt:lpstr>          Department of Computer Science and Engineering Amrita School of Computing  Malicious network traffic classification using CNN and RNN </vt:lpstr>
      <vt:lpstr>Flow of Presentation</vt:lpstr>
      <vt:lpstr>Abstract</vt:lpstr>
      <vt:lpstr>Objective</vt:lpstr>
      <vt:lpstr>Introduction</vt:lpstr>
      <vt:lpstr>Literature Survey</vt:lpstr>
      <vt:lpstr>Existing work with limitations</vt:lpstr>
      <vt:lpstr>Proposed Work</vt:lpstr>
      <vt:lpstr>Novelty of the Project</vt:lpstr>
      <vt:lpstr>Software and hardware Requirement</vt:lpstr>
      <vt:lpstr>System architecture</vt:lpstr>
      <vt:lpstr>Implementation and results</vt:lpstr>
      <vt:lpstr>PowerPoint Presentation</vt:lpstr>
      <vt:lpstr>References</vt:lpstr>
      <vt:lpstr>Thank You</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Brief Introduction and Research Interest</dc:title>
  <dc:creator>AICTE</dc:creator>
  <cp:lastModifiedBy>Mahesh Chandra</cp:lastModifiedBy>
  <cp:revision>697</cp:revision>
  <dcterms:created xsi:type="dcterms:W3CDTF">2019-07-04T04:21:14Z</dcterms:created>
  <dcterms:modified xsi:type="dcterms:W3CDTF">2024-11-12T13:38:28Z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0x010100ED64F7DA5532A145B2B4E51F74365B92</vt:lpwstr>
  </property>
</Properties>
</file>